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sldIdLst>
    <p:sldId id="267" r:id="rId2"/>
    <p:sldId id="271" r:id="rId3"/>
    <p:sldId id="258" r:id="rId4"/>
    <p:sldId id="266" r:id="rId5"/>
    <p:sldId id="256" r:id="rId6"/>
    <p:sldId id="259" r:id="rId7"/>
    <p:sldId id="268" r:id="rId8"/>
    <p:sldId id="270" r:id="rId9"/>
    <p:sldId id="265" r:id="rId10"/>
    <p:sldId id="263" r:id="rId11"/>
    <p:sldId id="269" r:id="rId12"/>
    <p:sldId id="272"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0:29:17.205"/>
    </inkml:context>
    <inkml:brush xml:id="br0">
      <inkml:brushProperty name="width" value="0.35" units="cm"/>
      <inkml:brushProperty name="height" value="0.35" units="cm"/>
      <inkml:brushProperty name="color" value="#FF0066"/>
    </inkml:brush>
  </inkml:definitions>
  <inkml:trace contextRef="#ctx0" brushRef="#br0">2842 2 24575,'-13'0'0,"-8"-1"0,0 1 0,1 1 0,-1 0 0,0 2 0,1 1 0,0 0 0,-22 8 0,8 2 10,0 2 0,2 1 0,-51 34 0,-87 80-125,128-97 26,-718 529-2045,626-479 1683,-3-5 0,-4-6 1,-3-6-1,-152 47 0,222-92 581,0-4 0,-2-2 0,0-4 0,-152 4 1,216-15-107,-10-2 91,0 2 0,-30 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0:29:21.839"/>
    </inkml:context>
    <inkml:brush xml:id="br0">
      <inkml:brushProperty name="width" value="0.35" units="cm"/>
      <inkml:brushProperty name="height" value="0.35" units="cm"/>
      <inkml:brushProperty name="color" value="#FF0066"/>
    </inkml:brush>
  </inkml:definitions>
  <inkml:trace contextRef="#ctx0" brushRef="#br0">0 0 24575,'9'1'0,"-1"-1"0,0 2 0,1-1 0,-1 1 0,0 1 0,0-1 0,-1 1 0,1 1 0,-1-1 0,1 1 0,8 7 0,9 7 0,38 37 0,-59-52 0,266 291 0,-47-44 0,-204-231 0,178 183 0,-141-138 0,63 91 0,-57-59 0,76 162 0,19 118 0,-90-169 0,31 72 0,58 32 0,-143-291-341,0-1 0,1 0-1,29 29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0:59:46.689"/>
    </inkml:context>
    <inkml:brush xml:id="br0">
      <inkml:brushProperty name="width" value="0.1" units="cm"/>
      <inkml:brushProperty name="height" value="0.1" units="cm"/>
      <inkml:brushProperty name="color" value="#FF0066"/>
    </inkml:brush>
  </inkml:definitions>
  <inkml:trace contextRef="#ctx0" brushRef="#br0">822 130 24575,'-69'-39'0,"30"17"0,-56-24 0,78 40 0,0 1 0,0 1 0,-1 1 0,-32-2 0,-75 7 0,45 2 0,67-5 0,0 2 0,0 0 0,0 0 0,-20 7 0,27-6 0,0 0 0,0 1 0,0 0 0,0 0 0,1 1 0,0 0 0,-1 0 0,1 0 0,1 1 0,-1-1 0,-6 10 0,3-3 0,1 0 0,-10 19 0,11-18 0,0 0 0,-14 18 0,11-19 0,2 1 0,-1 0 0,1 0 0,1 1 0,0 0 0,1 0 0,0 1 0,1-1 0,0 1 0,1 0 0,-2 21 0,1 13 0,2 0 0,5 54 0,-1-13 0,-2 666 0,0-750 0,0 1 0,0 0 0,1-1 0,0 1 0,0 0 0,0-1 0,0 1 0,1-1 0,2 6 0,-3-8 0,1-1 0,-1 0 0,1 1 0,0-1 0,0 0 0,0 0 0,0 0 0,0 0 0,0 0 0,0-1 0,0 1 0,1-1 0,-1 1 0,1-1 0,-1 0 0,1 0 0,-1 0 0,1-1 0,4 2 0,87 25 0,-12-3 0,-54-19 0,0-2 0,34 0 0,-34-2 0,-1 0 0,35 8 0,-17 0 0,1-2 0,48-1 0,94-7 0,-64-1 0,284 2 0,-403 0 0,0 0 0,0 0 0,0-1 0,1 1 0,-1-1 0,0-1 0,0 1 0,0-1 0,6-3 0,-9 4 0,0-1 0,0 0 0,0 1 0,1-1 0,-1 0 0,-1-1 0,1 1 0,0 0 0,0 0 0,-1-1 0,0 1 0,1-1 0,-1 0 0,0 1 0,0-1 0,0 0 0,0 0 0,-1 0 0,1-4 0,3-24 0,-2-1 0,-2 1 0,-4-48 0,1-2 0,2-568 0,1 334 0,1 307 0,-1 0 0,-1 1 0,0-1 0,0 0 0,0 1 0,-4-15 0,3 19 0,1 0 0,0 1 0,0 0 0,-1-1 0,0 1 0,1 0 0,-1 0 0,0 0 0,0 0 0,0 0 0,0 0 0,0 0 0,0 1 0,0-1 0,-1 1 0,1 0 0,0 0 0,-1 0 0,1 0 0,-1 0 0,1 0 0,-5 0 0,-21-2 0,0 1 0,0 2 0,-43 4 0,-3 1 0,-312-4 0,365-3 58,1 0-1,-38-10 1,12 3-1596,21 4-5288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1:15.795"/>
    </inkml:context>
    <inkml:brush xml:id="br0">
      <inkml:brushProperty name="width" value="0.1" units="cm"/>
      <inkml:brushProperty name="height" value="0.1" units="cm"/>
      <inkml:brushProperty name="color" value="#FF0066"/>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1:20.478"/>
    </inkml:context>
    <inkml:brush xml:id="br0">
      <inkml:brushProperty name="width" value="0.1" units="cm"/>
      <inkml:brushProperty name="height" value="0.1" units="cm"/>
      <inkml:brushProperty name="color" value="#FF0066"/>
    </inkml:brush>
  </inkml:definitions>
  <inkml:trace contextRef="#ctx0" brushRef="#br0">1414 30 24575,'-893'0'0,"879"-1"0,1 1 0,0 1 0,0 1 0,-1-1 0,1 2 0,0 0 0,1 0 0,-1 2 0,0-1 0,1 1 0,-16 10 0,-23 14 0,39-23 0,0 0 0,1 0 0,0 2 0,1-1 0,-16 15 0,-3 7 0,-48 56 0,71-76 0,-1 0 0,1 0 0,1 1 0,0 0 0,0 0 0,1 0 0,-6 22 0,-17 62 0,19-70 0,0 1 0,2 0 0,1 0 0,-3 43 0,8 330 0,2-163 0,-2-216 0,1 1 0,2 0 0,-1-1 0,2 1 0,1-1 0,0 0 0,12 27 0,-12-38 0,0-1 0,0 1 0,0-1 0,1 0 0,0 0 0,1 0 0,0-1 0,0 0 0,0 0 0,0-1 0,1 0 0,0 0 0,0-1 0,0 0 0,1 0 0,-1-1 0,1 0 0,0-1 0,18 3 0,32-1 0,94-5 0,-56-2 0,581 3 0,-635-2 0,57-10 0,-55 5 0,53 0 0,-87 6 0,0 0 0,0 0 0,0-1 0,0-1 0,-1 0 0,1 0 0,-1-1 0,0 0 0,16-9 0,-4-1 0,1-1 0,35-32 0,-51 40 0,-2 1 0,1-1 0,-1 1 0,0-2 0,-1 1 0,1 0 0,-1-1 0,-1 0 0,4-10 0,15-31 0,-15 36 0,-1 0 0,-1 0 0,0-1 0,0 1 0,-2-1 0,0 0 0,3-28 0,-4-6 0,-4-50 0,0 28 0,1-721 0,1 786 0,0 0 0,0 0 0,0 0 0,-1 0 0,0 0 0,0 0 0,0 0 0,-1 0 0,-2-5 0,3 8 0,-1 0 0,1 0 0,-1 0 0,1 0 0,-1 0 0,0 0 0,0 0 0,0 1 0,0-1 0,0 0 0,-1 1 0,1 0 0,0 0 0,-1 0 0,1 0 0,0 0 0,-1 0 0,0 0 0,-4 0 0,-9-1 0,-1 1 0,0 0 0,-17 2 0,22 0 0,-1-1 0,1 0 0,0 0 0,0-1 0,-1-1 0,1 0 0,-16-6 0,3-1-341,0 1 0,0 1-1,-31-4 1,27 7-6485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1:24.604"/>
    </inkml:context>
    <inkml:brush xml:id="br0">
      <inkml:brushProperty name="width" value="0.1" units="cm"/>
      <inkml:brushProperty name="height" value="0.1" units="cm"/>
      <inkml:brushProperty name="color" value="#FF0066"/>
    </inkml:brush>
  </inkml:definitions>
  <inkml:trace contextRef="#ctx0" brushRef="#br0">3367 2 24575,'-228'-1'0,"-252"3"0,228 25 0,41-2 0,-63-20 0,155 7 0,-11 0 0,-314-8 0,260-5 0,164 2 0,0 2 0,1 0 0,-1 1 0,1 1 0,-36 13 0,15-4 0,-24 13 0,50-20 0,-1-1 0,0 0 0,0-1 0,-30 6 0,-11-8 0,46-3 0,1-1 0,0 2 0,-1-1 0,1 1 0,0 1 0,0 0 0,-1 0 0,1 1 0,-9 4 0,-2 2 0,0-1 0,0 0 0,0-1 0,-26 4 0,-86 8 0,125-18 0,-7 0 0,0 0 0,0 2 0,0-1 0,1 1 0,-1 1 0,1 1 0,-23 10 0,2 0 0,24-11 0,1 1 0,0-1 0,-11 9 0,17-11 0,0 0 0,0 1 0,0 0 0,0-1 0,1 1 0,-1 1 0,1-1 0,0 0 0,0 0 0,0 1 0,0-1 0,-1 6 0,-2 10 0,2-1 0,0 1 0,1-1 0,1 1 0,1 0 0,4 31 0,-2 1 0,1 331 0,-2-365 0,0 0 0,2-1 0,6 24 0,-4-20 0,4 37 0,-9-51 0,0 0 0,1 0 0,0 0 0,1 0 0,-1-1 0,1 1 0,0 0 0,0-1 0,1 0 0,5 10 0,-5-12 0,0 1 0,0-1 0,0 0 0,0 0 0,0-1 0,0 1 0,1-1 0,0 1 0,-1-1 0,1 0 0,0-1 0,0 1 0,0-1 0,0 1 0,0-1 0,5 0 0,6 1 0,0-1 0,15 0 0,-20-2 0,-1 1 0,0 1 0,0-1 0,0 1 0,0 1 0,0 0 0,0 0 0,14 6 0,-8-1 0,0-1 0,1 0 0,0-1 0,0-1 0,20 3 0,-2-4 0,52 0 0,-41-5 0,-29 1 0,0 0 0,0 1 0,0 0 0,-1 1 0,1 1 0,0 1 0,-1 0 0,16 6 0,-5 0 0,0-1 0,1-1 0,-1-1 0,1-1 0,1-1 0,-1-2 0,42-1 0,66-3 0,-45-1 0,0 5 0,115 15 0,-90 2 0,204 6 0,-208-26 0,-13-1 0,110 13 0,-11 4 0,216-12 0,-215-5 0,725 2 0,-914 0 0,1-1 0,-1 0 0,0-1 0,0 0 0,0 0 0,0-1 0,0-1 0,15-7 0,3-1 0,3 1 0,-26 10 0,0 0 0,1 0 0,-1 0 0,0-1 0,0 0 0,0 0 0,0 0 0,-1 0 0,1 0 0,0-1 0,-1 0 0,0 0 0,1 0 0,-1 0 0,-1 0 0,5-5 0,-2-3 0,1 1 0,-2-1 0,1 0 0,-2-1 0,1 1 0,-2-1 0,1 1 0,0-19 0,-1-12 0,-3-45 0,-1 31 0,1-453 0,0 495 0,-1-1 0,0 1 0,-1 1 0,-1-1 0,0 0 0,0 1 0,-8-13 0,-5-21 0,12 34 0,-1 0 0,0 0 0,-1 0 0,0 1 0,-1 0 0,0 0 0,-1 1 0,0 0 0,-1 0 0,0 1 0,-19-14 0,11 11 0,-1 1 0,0 1 0,0 1 0,-1 0 0,0 2 0,-1 0 0,-21-5 0,-235-50 0,147 36 0,82 15 0,0 3 0,-61-5 0,58 11 0,-78 7 0,107 1-1365,5 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5:59.820"/>
    </inkml:context>
    <inkml:brush xml:id="br0">
      <inkml:brushProperty name="width" value="0.1" units="cm"/>
      <inkml:brushProperty name="height" value="0.1" units="cm"/>
      <inkml:brushProperty name="color" value="#FF0066"/>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19.503"/>
    </inkml:context>
    <inkml:brush xml:id="br0">
      <inkml:brushProperty name="width" value="0.1" units="cm"/>
      <inkml:brushProperty name="height" value="0.1" units="cm"/>
      <inkml:brushProperty name="color" value="#FF0066"/>
    </inkml:brush>
  </inkml:definitions>
  <inkml:trace contextRef="#ctx0" brushRef="#br0">1332 0 24575,'-960'0'0,"944"1"0,0 1 0,0 1 0,1 0 0,-1 1 0,1 0 0,0 2 0,0-1 0,0 2 0,1 0 0,0 1 0,1 0 0,-1 1 0,2 1 0,-1 0 0,1 0 0,1 1 0,0 1 0,0 0 0,-16 25 0,10-9 0,-19 39 0,31-55 0,1-1 0,0 1 0,0 1 0,2-1 0,-1 0 0,0 21 0,1 43 0,7 74 0,-1-123 0,1 0 0,1 0 0,1 0 0,1-1 0,18 38 0,-14-41 0,1-1 0,32 40 0,-15-23 0,-15-20 0,1-1 0,1-1 0,25 21 0,-18-17 0,31 34 0,33 41 0,-72-81 0,0-1 0,1-1 0,0-1 0,22 12 0,120 54 0,-126-64 0,1-2 0,67 15 0,-78-21 0,41 16 0,-45-15 0,-1 0 0,1-2 0,29 6 0,-42-10 0,1-1 0,0 1 0,-1-2 0,1 1 0,0-1 0,0 0 0,-1 0 0,1 0 0,-1-1 0,1 0 0,-1-1 0,0 1 0,0-1 0,7-5 0,113-85 0,-64 43 0,61-58 0,-115 103 0,0 0 0,0 0 0,1 1 0,-1 0 0,14-4 0,-11 5 0,-1-1 0,1-1 0,9-6 0,-17 9 0,0 0 0,0 0 0,0-1 0,0 1 0,0-1 0,-1 0 0,1 0 0,-1 0 0,0 0 0,0 0 0,0 0 0,0-1 0,1-3 0,1-9 0,-1 1 0,0-1 0,-1 0 0,-1 0 0,0 0 0,-1 0 0,-4-25 0,1-8 0,3-107 0,-2-55 0,-2 188 0,0 0 0,-1 1 0,-1-1 0,-2 1 0,0 1 0,-17-34 0,9 21 0,-15-48 0,19 48 129,-20-42-1,5 13-1750,18 40-5204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22.542"/>
    </inkml:context>
    <inkml:brush xml:id="br0">
      <inkml:brushProperty name="width" value="0.1" units="cm"/>
      <inkml:brushProperty name="height" value="0.1" units="cm"/>
      <inkml:brushProperty name="color" value="#FF0066"/>
    </inkml:brush>
  </inkml:definitions>
  <inkml:trace contextRef="#ctx0" brushRef="#br0">935 61 24575,'0'-2'0,"0"0"0,0 0 0,-1 0 0,1 0 0,0 0 0,-1-1 0,1 1 0,-1 1 0,0-1 0,0 0 0,0 0 0,0 0 0,0 0 0,0 0 0,0 1 0,0-1 0,-4-2 0,3 2 0,-1-1 0,-1 1 0,1 0 0,0 1 0,0-1 0,-1 1 0,1-1 0,-1 1 0,-5-1 0,-7-1 0,-1 1 0,0 1 0,-28 2 0,27-1 0,-17 2 0,-59 12 0,-23 1 0,-88-14 0,142-2 0,57 2 0,0-1 0,0 1 0,-1 0 0,1 0 0,0 1 0,0-1 0,1 1 0,-1 1 0,0-1 0,1 1 0,-1 0 0,1 0 0,0 1 0,0-1 0,0 1 0,0 0 0,1 1 0,0-1 0,-7 9 0,-3 7 0,1 1 0,0 1 0,-15 38 0,-1-1 0,22-44 0,0 0 0,1 0 0,1 0 0,1 1 0,0-1 0,1 1 0,-2 26 0,4 114 0,4-87 0,-3-1 0,12 190 0,-5-188 0,-5-44 0,1 0 0,0-1 0,2 1 0,1-1 0,14 39 0,-13-48 0,-2 1 0,0 1 0,-1-1 0,-1 0 0,2 32 0,-3-31 0,-2-15 0,1 0 0,-1 0 0,1-1 0,0 1 0,0 0 0,0 0 0,0-1 0,0 1 0,1-1 0,-1 1 0,1-1 0,-1 0 0,1 0 0,0 1 0,0-1 0,0 0 0,0-1 0,1 1 0,-1 0 0,0-1 0,1 1 0,-1-1 0,1 1 0,0-1 0,-1 0 0,1 0 0,0-1 0,0 1 0,-1-1 0,4 1 0,11 1 0,0-1 0,0 0 0,0-1 0,18-3 0,-5 1 0,526-2 0,-319 5 0,-227-1 0,0-1 0,0 0 0,0-1 0,-1 0 0,1-1 0,16-6 0,-20 7 0,0-1 0,-1 0 0,1 0 0,-1 0 0,1-1 0,-1 0 0,0 0 0,0 0 0,-1-1 0,1 1 0,5-9 0,-7 8 0,0-1 0,-1 1 0,0-1 0,0 0 0,0 0 0,0 0 0,-1 0 0,1-12 0,-2-53 0,-1 47 0,-3-658 0,4 598 0,0 78 0,0-1 0,0 1 0,-1-1 0,0 1 0,0 0 0,0 0 0,-1-1 0,0 1 0,-1 0 0,1 1 0,-4-7 0,1 6 0,1 0 0,-1 0 0,0 0 0,-1 1 0,1 0 0,-1 0 0,0 0 0,-1 1 0,-6-4 0,-2-1 0,-1 1 0,0 1 0,-1 0 0,1 1 0,-1 1 0,-1 0 0,1 2 0,0 0 0,-1 0 0,0 2 0,-28 1 0,19 0-1365,2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25.233"/>
    </inkml:context>
    <inkml:brush xml:id="br0">
      <inkml:brushProperty name="width" value="0.1" units="cm"/>
      <inkml:brushProperty name="height" value="0.1" units="cm"/>
      <inkml:brushProperty name="color" value="#FF0066"/>
    </inkml:brush>
  </inkml:definitions>
  <inkml:trace contextRef="#ctx0" brushRef="#br0">1525 119 24575,'-1'-3'0,"1"1"0,-1-1 0,0 0 0,0 0 0,0 0 0,-1 0 0,1 1 0,-1-1 0,1 1 0,-1-1 0,0 1 0,0 0 0,0-1 0,0 1 0,0 0 0,-1 0 0,1 1 0,-1-1 0,1 0 0,-1 1 0,0-1 0,-3 0 0,-10-6 0,0 2 0,-25-8 0,-5 3 0,0 1 0,0 3 0,-75-3 0,-145 14 0,209 3 0,-1 2 0,1 2 0,-83 28 0,137-37 0,-96 36 0,18-5 0,65-27 0,1 1 0,0 1 0,0 0 0,0 1 0,1 1 0,1 0 0,0 1 0,-17 17 0,-2 7 0,-48 67 0,73-91 0,1 1 0,0 0 0,1 0 0,0 0 0,1 1 0,0-1 0,-3 22 0,2-12 0,-10 30 0,6-27 0,1 1 0,2-1 0,1 1 0,0 0 0,2 0 0,1 47 0,0-41 0,-9 52 0,0 6 0,9-67 0,2 1 0,1 0 0,0 0 0,9 38 0,-8-50 0,2-1 0,0 1 0,0-1 0,1 0 0,0 0 0,1-1 0,0 1 0,0-1 0,1 0 0,1-1 0,10 11 0,-5-9 0,0 0 0,1 0 0,0-2 0,1 0 0,15 8 0,85 32 0,-77-35 0,101 32 0,-46-17 0,-82-25 0,0 0 0,0 1 0,-1 0 0,1 1 0,-1 0 0,0 1 0,-1 0 0,15 14 0,-18-15 0,0 0 0,-1 1 0,0 0 0,0 0 0,-1 0 0,0 1 0,0 0 0,-1-1 0,0 1 0,0 0 0,0 1 0,1 12 0,-1 35 0,-3-45 0,0 1 0,1 0 0,0-1 0,4 17 0,-4-26 0,0 1 0,0-1 0,1 0 0,-1 0 0,0 0 0,1 0 0,0 0 0,-1 0 0,1-1 0,0 1 0,0 0 0,0-1 0,0 1 0,0-1 0,1 0 0,-1 0 0,0 0 0,0 0 0,1 0 0,-1 0 0,1-1 0,-1 1 0,3-1 0,10 3 0,0-2 0,25 0 0,-24-1 0,27-1 0,0-2 0,0-1 0,-1-3 0,78-22 0,-108 24 0,0 0 0,0 0 0,0-1 0,0-1 0,-1 0 0,0-1 0,0 0 0,-1 0 0,14-16 0,17-12 0,-29 26 0,0 2 0,1-1 0,0 2 0,1-1 0,19-6 0,74-20 0,-25 10 0,-37 11 0,70-11 0,5-1 0,-100 20 0,-1-1 0,1-1 0,33-19 0,-47 23 0,0-1 0,-1 0 0,1 0 0,-1 0 0,0-1 0,0 0 0,-1 0 0,0 0 0,0 0 0,0-1 0,0 0 0,-1 1 0,0-1 0,0-1 0,-1 1 0,1 0 0,-1-1 0,-1 1 0,2-8 0,0-11 0,-2 0 0,0 0 0,-5-47 0,0 13 0,2-11 0,-7-114 0,6 157 0,-2 1 0,-1 0 0,-1 0 0,-19-48 0,-18-13 0,25 51 0,-28-71 0,40 84 0,0-1 0,1 1 0,1-1 0,2 0 0,-2-26 0,6 45 0,-2 0 0,1 1 0,0-1 0,-1 0 0,0 1 0,0-1 0,0 0 0,-1 1 0,0 0 0,1-1 0,-1 1 0,-1 0 0,1 0 0,-1 0 0,0 0 0,1 0 0,-2 1 0,1 0 0,0-1 0,-1 1 0,1 0 0,-1 0 0,-5-2 0,-5-5-151,1 0-1,1 0 0,0-1 0,0 0 1,1-1-1,1-1 0,0 1 1,-13-22-1,10 11-6674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32.752"/>
    </inkml:context>
    <inkml:brush xml:id="br0">
      <inkml:brushProperty name="width" value="0.1" units="cm"/>
      <inkml:brushProperty name="height" value="0.1" units="cm"/>
      <inkml:brushProperty name="color" value="#FF0066"/>
    </inkml:brush>
  </inkml:definitions>
  <inkml:trace contextRef="#ctx0" brushRef="#br0">1528 61 24575,'-36'0'0,"0"-1"0,0-2 0,-48-10 0,34 0 0,-2 3 0,0 1 0,-87-2 0,-281 13 0,386 0 0,0 2 0,-64 15 0,28-4 0,39-10 0,0 2 0,-59 21 0,81-25 0,1 1 0,-1 0 0,1 1 0,0-1 0,1 2 0,-1-1 0,1 1 0,0 0 0,0 0 0,1 1 0,0 0 0,0 0 0,0 1 0,-7 14 0,-8 15 0,16-29 0,-1 1 0,2-1 0,-1 1 0,1 1 0,-4 15 0,6-16 0,-1 0 0,0 0 0,0 0 0,-1 0 0,0 0 0,-1-1 0,-8 12 0,9-13 0,0 0 0,1 0 0,0 1 0,0 0 0,0-1 0,1 1 0,0 0 0,1 0 0,-2 11 0,2 12 0,2 35 0,0-25 0,-2-6 0,2 1 0,1 0 0,2-1 0,2 0 0,17 60 0,-8-58 0,2 0 0,2-1 0,31 46 0,-22-37 0,-17-27 0,0 1 0,-2 0 0,0 0 0,-1 1 0,7 29 0,-7-24 0,1-1 0,1 0 0,1 0 0,28 43 0,-30-52 0,6 17 0,-14-28 0,0 0 0,0-1 0,1 1 0,0 0 0,-1-1 0,1 0 0,0 1 0,1-1 0,-1 0 0,1 0 0,-1 0 0,1 0 0,0 0 0,0-1 0,0 1 0,0-1 0,1 0 0,-1 0 0,7 3 0,3-2 0,1 0 0,0-1 0,-1-1 0,15 1 0,29 2 0,28 15 0,-51-10 0,51 6 0,264-10 0,-192-7 0,-132 1 0,0-1 0,0-1 0,0-2 0,0 0 0,0-1 0,-1-2 0,42-19 0,-42 18 0,-1 1 0,39-8 0,-3 1 0,-55 14 0,0 0 0,-1-1 0,1 0 0,-1 0 0,1 0 0,-1 0 0,0 0 0,0-1 0,1 1 0,-2-1 0,1 0 0,0 0 0,-1 0 0,1 0 0,-1-1 0,3-4 0,1-6 0,0 1 0,-1-1 0,4-18 0,11-25 0,-10 33 0,-1-1 0,10-40 0,-15 52 0,1 0 0,0 0 0,8-13 0,-8 16 0,0 0 0,-1-1 0,0 1 0,0-1 0,2-15 0,-2 9 0,0 0 0,1 1 0,11-25 0,-10 27 0,0 0 0,-2 0 0,1-1 0,-2 0 0,3-18 0,-4-210 0,-4 119 0,2 70 0,-1-62 0,0 111 0,1 1 0,-1-1 0,0 0 0,0 1 0,-1 0 0,1-1 0,-1 1 0,0 0 0,0 0 0,-1 0 0,1 0 0,-1 0 0,0 0 0,0 1 0,0-1 0,0 1 0,-1 0 0,1 0 0,-1 0 0,0 0 0,0 1 0,0 0 0,0 0 0,-9-4 0,-4 1 0,-1 0 0,0 1 0,0 1 0,-34-2 0,45 3 0,-1 1 0,0-1 0,1 0 0,-1-1 0,1 0 0,-1 0 0,1-1 0,1 1 0,-1-1 0,-7-6 0,5 3 0,-1 1 0,1 1 0,-1 0 0,-16-6 0,3 4 122,-2 0-865,-41-20-1,44 17-6082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35.658"/>
    </inkml:context>
    <inkml:brush xml:id="br0">
      <inkml:brushProperty name="width" value="0.1" units="cm"/>
      <inkml:brushProperty name="height" value="0.1" units="cm"/>
      <inkml:brushProperty name="color" value="#FF0066"/>
    </inkml:brush>
  </inkml:definitions>
  <inkml:trace contextRef="#ctx0" brushRef="#br0">1469 174 24575,'-3'0'0,"-1"-1"0,1 0 0,-1 0 0,1 0 0,0-1 0,-1 1 0,1-1 0,0 0 0,0 1 0,0-1 0,-4-5 0,-12-5 0,-10-2 0,-48-16 0,20 9 0,6 3 0,0 3 0,-67-11 0,97 21 0,-20 0 0,-1 1 0,0 2 0,-53 4 0,18 0 0,-70-4 0,-138 5 0,270-1 0,0 1 0,0 0 0,0 1 0,1 1 0,-20 9 0,-23 7 0,54-20 0,0 0 0,1 0 0,-1 0 0,0 1 0,1-1 0,-1 1 0,1 0 0,-1-1 0,1 1 0,0 0 0,-1 0 0,1 0 0,-3 5 0,1 0 0,0-1 0,1 1 0,-5 14 0,-7 13 0,8-19 0,1-1 0,1 1 0,0 0 0,1 1 0,1-1 0,0 1 0,-1 21 0,4 111 0,2-134 0,0 0 0,1 0 0,0 0 0,1 0 0,0-1 0,1 0 0,1 1 0,0-2 0,1 1 0,0-1 0,12 15 0,12 12 0,67 64 0,-70-74 0,25 18 0,-31-28 0,31 33 0,-47-45 0,-1-1 0,0 1 0,0 0 0,-1 1 0,0-1 0,0 1 0,-1-1 0,1 1 0,2 16 0,-2 3 0,1 56 0,-5-56 0,2 0 0,5 32 0,0-19 0,-4-21 0,1 0 0,1 0 0,0 0 0,10 22 0,-14-38 0,1-1 0,0 1 0,-1-1 0,1 1 0,0-1 0,1 0 0,-1 0 0,0 0 0,1 0 0,-1 0 0,1 0 0,-1-1 0,1 1 0,0-1 0,0 0 0,0 0 0,0 0 0,3 1 0,7 1 0,0-1 0,0-1 0,14 1 0,12 0 0,55 14 0,-29-4 0,105 5 0,-69-17 0,-28-1 0,127 16 0,199 26 0,-341-35 0,62 15 0,-60-9 0,-56-11 0,-1-1 0,0 1 0,1-1 0,-1 0 0,0 0 0,1 0 0,-1 0 0,1 0 0,-1-1 0,0 0 0,5-1 0,-6 1 0,-1 0 0,1 1 0,-1-1 0,0-1 0,1 1 0,-1 0 0,0 0 0,0 0 0,0-1 0,0 1 0,0 0 0,0-1 0,0 1 0,0-1 0,-1 1 0,1-1 0,-1 0 0,1 1 0,-1-1 0,1 1 0,-1-1 0,0 0 0,0-2 0,1-18 0,-1 1 0,-1-1 0,0 0 0,-2 1 0,-1 0 0,0 0 0,-9-22 0,-61-139 0,47 120 0,-253-534 0,268 573 0,1-1 0,2 0 0,0 0 0,-9-44 0,-4-27 262,12 61-669,3-1 1,0 0-1,-1-43 0,8 54-6419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38.350"/>
    </inkml:context>
    <inkml:brush xml:id="br0">
      <inkml:brushProperty name="width" value="0.1" units="cm"/>
      <inkml:brushProperty name="height" value="0.1" units="cm"/>
      <inkml:brushProperty name="color" value="#FF0066"/>
    </inkml:brush>
  </inkml:definitions>
  <inkml:trace contextRef="#ctx0" brushRef="#br0">1022 147 24575,'-1'-4'0,"1"0"0,-1 0 0,0 0 0,0 0 0,0 0 0,0 1 0,-1-1 0,0 0 0,1 1 0,-1-1 0,-1 1 0,1 0 0,0-1 0,-1 1 0,0 0 0,1 1 0,-1-1 0,-1 0 0,1 1 0,0-1 0,0 1 0,-8-3 0,-6-4 0,-1 1 0,-1 1 0,-25-7 0,42 13 0,-33-7 0,0 0 0,0 2 0,-56-1 0,-112 8 0,77 2 0,105-3 0,-10-1 0,0 2 0,-57 9 0,80-9 0,0 1 0,0 0 0,0 1 0,1-1 0,-1 2 0,1-1 0,0 1 0,0 0 0,0 0 0,1 1 0,-1 0 0,1 0 0,0 0 0,0 1 0,1 0 0,-6 8 0,4-2 0,1-1 0,0 1 0,1 0 0,0 1 0,1-1 0,0 1 0,1 0 0,1 0 0,-2 15 0,2 16 0,4 63 0,0-34 0,-1 695 0,-2-763 0,1 0 0,0 0 0,0 0 0,1 0 0,0 0 0,0 0 0,0 0 0,0 0 0,1 0 0,-1 0 0,1 0 0,1-1 0,-1 1 0,1-1 0,0 1 0,0-1 0,0 0 0,0 0 0,1 0 0,-1-1 0,1 1 0,0-1 0,0 0 0,0 0 0,1 0 0,-1-1 0,1 0 0,-1 1 0,7 1 0,10 2 0,0 0 0,32 5 0,2 0 0,1 1 0,0-2 0,81 3 0,115-11 0,-165-2 0,-78 0 0,-1-1 0,1 1 0,-1-1 0,0-1 0,1 0 0,-1 0 0,0 0 0,0-1 0,0-1 0,0 1 0,-1-1 0,1 0 0,-1-1 0,0 0 0,-1 0 0,1 0 0,-1-1 0,0 0 0,0 0 0,-1-1 0,1 0 0,-2 0 0,1 0 0,-1 0 0,0-1 0,0 1 0,-1-1 0,0 0 0,4-16 0,-3-17 0,-1 1 0,-3-1 0,-3-41 0,0-11 0,2 72 0,0 12 0,1-1 0,0 1 0,0 0 0,1 0 0,0 0 0,1 0 0,0 0 0,0 0 0,1 0 0,4-9 0,41-83 0,-26 51 0,-15 35 0,-2-1 0,0 0 0,-1 0 0,0 0 0,-1 0 0,1-26 0,-6-103 0,-1 59 0,3-26-1365,0 88-5461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41.355"/>
    </inkml:context>
    <inkml:brush xml:id="br0">
      <inkml:brushProperty name="width" value="0.1" units="cm"/>
      <inkml:brushProperty name="height" value="0.1" units="cm"/>
      <inkml:brushProperty name="color" value="#FF0066"/>
    </inkml:brush>
  </inkml:definitions>
  <inkml:trace contextRef="#ctx0" brushRef="#br0">1273 199 24575,'-4'-1'0,"0"0"0,0 0 0,1-1 0,-1 1 0,0-1 0,1 0 0,-1 0 0,1 0 0,0 0 0,0-1 0,0 1 0,0-1 0,-4-4 0,-2-1 0,-10-9 0,-1 1 0,-42-24 0,52 34 0,-1 1 0,0 1 0,0 0 0,0 0 0,0 1 0,-1 0 0,1 1 0,-23-1 0,-3 2 0,17 2 0,0-2 0,-1 0 0,-38-9 0,20-1 0,0 1 0,0 3 0,0 1 0,-51-1 0,-350 9 0,434-2 0,0 0 0,0 0 0,0 1 0,0 0 0,0 0 0,0 0 0,-10 4 0,14-4 0,0 1 0,0-1 0,0 0 0,0 1 0,0-1 0,0 1 0,0 0 0,0 0 0,1 0 0,-1 0 0,1 0 0,0 0 0,-1 0 0,1 0 0,0 0 0,0 1 0,0-1 0,1 0 0,-1 1 0,0-1 0,1 5 0,-3 22 0,1 1 0,2-1 0,4 34 0,0 6 0,-4-58 0,1 0 0,-2 0 0,1 0 0,-1 0 0,-1 0 0,0-1 0,-1 1 0,0 0 0,0-1 0,-1 0 0,-6 11 0,5-9 0,-1 0 0,2 0 0,0 1 0,0-1 0,1 1 0,1 0 0,-1 21 0,4 95 0,1-59 0,-3 8 0,3 70 0,1-132 0,0-1 0,1 1 0,1-1 0,1 0 0,0 0 0,1-1 0,15 24 0,-9-14 0,14 34 0,-15-23 0,-4-13 0,0-1 0,1 1 0,1-1 0,14 21 0,39 29 0,-58-66 0,0 0 0,0-1 0,1 1 0,0-1 0,0 0 0,0-1 0,0 1 0,1-1 0,-1 0 0,1-1 0,0 0 0,0 0 0,9 2 0,36 12 0,-30-8 0,1 0 0,0-2 0,0 0 0,1-2 0,-1 0 0,1-2 0,0-1 0,34-2 0,446-1-1365,-476 2-5461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52.257"/>
    </inkml:context>
    <inkml:brush xml:id="br0">
      <inkml:brushProperty name="width" value="0.1" units="cm"/>
      <inkml:brushProperty name="height" value="0.1" units="cm"/>
      <inkml:brushProperty name="color" value="#FF0066"/>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11:09:52.671"/>
    </inkml:context>
    <inkml:brush xml:id="br0">
      <inkml:brushProperty name="width" value="0.1" units="cm"/>
      <inkml:brushProperty name="height" value="0.1" units="cm"/>
      <inkml:brushProperty name="color" value="#FF0066"/>
    </inkml:brush>
  </inkml:definitions>
  <inkml:trace contextRef="#ctx0" brushRef="#br0">1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A82C5D-AA44-4649-BA37-8B8778B6F069}" type="datetimeFigureOut">
              <a:rPr lang="en-IN" smtClean="0"/>
              <a:t>25-01-2022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8FFD9D3-6912-4E8F-A573-47485EB1081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4372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82C5D-AA44-4649-BA37-8B8778B6F069}" type="datetimeFigureOut">
              <a:rPr lang="en-IN" smtClean="0"/>
              <a:t>25-01-2022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FD9D3-6912-4E8F-A573-47485EB1081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6526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A82C5D-AA44-4649-BA37-8B8778B6F069}" type="datetimeFigureOut">
              <a:rPr lang="en-IN" smtClean="0"/>
              <a:t>25-01-2022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FD9D3-6912-4E8F-A573-47485EB1081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7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A82C5D-AA44-4649-BA37-8B8778B6F069}" type="datetimeFigureOut">
              <a:rPr lang="en-IN" smtClean="0"/>
              <a:t>25-01-2022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FD9D3-6912-4E8F-A573-47485EB1081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08816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A82C5D-AA44-4649-BA37-8B8778B6F069}" type="datetimeFigureOut">
              <a:rPr lang="en-IN" smtClean="0"/>
              <a:t>25-01-2022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FFD9D3-6912-4E8F-A573-47485EB1081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548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A82C5D-AA44-4649-BA37-8B8778B6F069}" type="datetimeFigureOut">
              <a:rPr lang="en-IN" smtClean="0"/>
              <a:t>25-01-2022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FFD9D3-6912-4E8F-A573-47485EB1081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0486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A82C5D-AA44-4649-BA37-8B8778B6F069}" type="datetimeFigureOut">
              <a:rPr lang="en-IN" smtClean="0"/>
              <a:t>25-01-2022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FFD9D3-6912-4E8F-A573-47485EB10817}" type="slidenum">
              <a:rPr lang="en-IN" smtClean="0"/>
              <a:t>‹#›</a:t>
            </a:fld>
            <a:endParaRPr lang="en-IN"/>
          </a:p>
        </p:txBody>
      </p:sp>
    </p:spTree>
    <p:extLst>
      <p:ext uri="{BB962C8B-B14F-4D97-AF65-F5344CB8AC3E}">
        <p14:creationId xmlns:p14="http://schemas.microsoft.com/office/powerpoint/2010/main" val="3564371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A82C5D-AA44-4649-BA37-8B8778B6F069}" type="datetimeFigureOut">
              <a:rPr lang="en-IN" smtClean="0"/>
              <a:t>25-01-2022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FD9D3-6912-4E8F-A573-47485EB1081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947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DA82C5D-AA44-4649-BA37-8B8778B6F069}" type="datetimeFigureOut">
              <a:rPr lang="en-IN" smtClean="0"/>
              <a:t>25-01-2022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8FFD9D3-6912-4E8F-A573-47485EB1081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8678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82C5D-AA44-4649-BA37-8B8778B6F069}" type="datetimeFigureOut">
              <a:rPr lang="en-IN" smtClean="0"/>
              <a:t>25-01-2022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FD9D3-6912-4E8F-A573-47485EB1081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704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82C5D-AA44-4649-BA37-8B8778B6F069}" type="datetimeFigureOut">
              <a:rPr lang="en-IN" smtClean="0"/>
              <a:t>25-01-2022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FD9D3-6912-4E8F-A573-47485EB1081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1209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DA82C5D-AA44-4649-BA37-8B8778B6F069}" type="datetimeFigureOut">
              <a:rPr lang="en-IN" smtClean="0"/>
              <a:t>25-01-2022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8FFD9D3-6912-4E8F-A573-47485EB1081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495510"/>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g"/><Relationship Id="rId7"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6.jpg"/><Relationship Id="rId3" Type="http://schemas.openxmlformats.org/officeDocument/2006/relationships/customXml" Target="../ink/ink3.xml"/><Relationship Id="rId7" Type="http://schemas.openxmlformats.org/officeDocument/2006/relationships/image" Target="../media/image17.png"/><Relationship Id="rId12" Type="http://schemas.openxmlformats.org/officeDocument/2006/relationships/customXml" Target="../ink/ink7.xml"/><Relationship Id="rId2" Type="http://schemas.openxmlformats.org/officeDocument/2006/relationships/image" Target="../media/image14.jpg"/><Relationship Id="rId1" Type="http://schemas.openxmlformats.org/officeDocument/2006/relationships/slideLayout" Target="../slideLayouts/slideLayout3.xml"/><Relationship Id="rId6" Type="http://schemas.openxmlformats.org/officeDocument/2006/relationships/customXml" Target="../ink/ink4.xml"/><Relationship Id="rId11" Type="http://schemas.openxmlformats.org/officeDocument/2006/relationships/image" Target="../media/image19.png"/><Relationship Id="rId5" Type="http://schemas.openxmlformats.org/officeDocument/2006/relationships/image" Target="../media/image15.jpg"/><Relationship Id="rId10" Type="http://schemas.openxmlformats.org/officeDocument/2006/relationships/customXml" Target="../ink/ink6.xml"/><Relationship Id="rId4" Type="http://schemas.openxmlformats.org/officeDocument/2006/relationships/image" Target="../media/image15.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27.png"/><Relationship Id="rId18" Type="http://schemas.openxmlformats.org/officeDocument/2006/relationships/customXml" Target="../ink/ink15.xml"/><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customXml" Target="../ink/ink12.xml"/><Relationship Id="rId17" Type="http://schemas.openxmlformats.org/officeDocument/2006/relationships/image" Target="../media/image29.png"/><Relationship Id="rId2" Type="http://schemas.openxmlformats.org/officeDocument/2006/relationships/image" Target="../media/image20.png"/><Relationship Id="rId16" Type="http://schemas.openxmlformats.org/officeDocument/2006/relationships/customXml" Target="../ink/ink14.xml"/><Relationship Id="rId20" Type="http://schemas.openxmlformats.org/officeDocument/2006/relationships/customXml" Target="../ink/ink16.xml"/><Relationship Id="rId1" Type="http://schemas.openxmlformats.org/officeDocument/2006/relationships/slideLayout" Target="../slideLayouts/slideLayout3.xml"/><Relationship Id="rId6" Type="http://schemas.openxmlformats.org/officeDocument/2006/relationships/customXml" Target="../ink/ink9.xml"/><Relationship Id="rId11" Type="http://schemas.openxmlformats.org/officeDocument/2006/relationships/image" Target="../media/image26.png"/><Relationship Id="rId5" Type="http://schemas.openxmlformats.org/officeDocument/2006/relationships/image" Target="../media/image23.png"/><Relationship Id="rId15" Type="http://schemas.openxmlformats.org/officeDocument/2006/relationships/image" Target="../media/image28.png"/><Relationship Id="rId10" Type="http://schemas.openxmlformats.org/officeDocument/2006/relationships/customXml" Target="../ink/ink11.xml"/><Relationship Id="rId19" Type="http://schemas.openxmlformats.org/officeDocument/2006/relationships/image" Target="../media/image17.png"/><Relationship Id="rId4" Type="http://schemas.openxmlformats.org/officeDocument/2006/relationships/customXml" Target="../ink/ink8.xml"/><Relationship Id="rId9" Type="http://schemas.openxmlformats.org/officeDocument/2006/relationships/image" Target="../media/image25.png"/><Relationship Id="rId14" Type="http://schemas.openxmlformats.org/officeDocument/2006/relationships/customXml" Target="../ink/ink1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97C7A-9AB9-4B14-AF2A-CB8514558E62}"/>
              </a:ext>
            </a:extLst>
          </p:cNvPr>
          <p:cNvSpPr>
            <a:spLocks noGrp="1"/>
          </p:cNvSpPr>
          <p:nvPr>
            <p:ph type="ctrTitle"/>
          </p:nvPr>
        </p:nvSpPr>
        <p:spPr/>
        <p:txBody>
          <a:bodyPr>
            <a:normAutofit fontScale="90000"/>
          </a:bodyPr>
          <a:lstStyle/>
          <a:p>
            <a:r>
              <a:rPr lang="en-US" dirty="0" err="1"/>
              <a:t>Vigilancia</a:t>
            </a:r>
            <a:r>
              <a:rPr lang="en-US" dirty="0"/>
              <a:t> : </a:t>
            </a:r>
            <a:br>
              <a:rPr lang="en-US" dirty="0"/>
            </a:br>
            <a:r>
              <a:rPr lang="en-US" dirty="0"/>
              <a:t>the student monitoring system</a:t>
            </a:r>
            <a:endParaRPr lang="en-IN" dirty="0"/>
          </a:p>
        </p:txBody>
      </p:sp>
      <p:sp>
        <p:nvSpPr>
          <p:cNvPr id="3" name="Subtitle 2">
            <a:extLst>
              <a:ext uri="{FF2B5EF4-FFF2-40B4-BE49-F238E27FC236}">
                <a16:creationId xmlns:a16="http://schemas.microsoft.com/office/drawing/2014/main" id="{9A9AB721-E43C-40CE-934C-426D7E301010}"/>
              </a:ext>
            </a:extLst>
          </p:cNvPr>
          <p:cNvSpPr>
            <a:spLocks noGrp="1"/>
          </p:cNvSpPr>
          <p:nvPr>
            <p:ph type="subTitle" idx="1"/>
          </p:nvPr>
        </p:nvSpPr>
        <p:spPr>
          <a:xfrm>
            <a:off x="2417780" y="3531204"/>
            <a:ext cx="8637072" cy="2290476"/>
          </a:xfrm>
        </p:spPr>
        <p:txBody>
          <a:bodyPr>
            <a:normAutofit/>
          </a:bodyPr>
          <a:lstStyle/>
          <a:p>
            <a:r>
              <a:rPr lang="en-US" dirty="0"/>
              <a:t>Name : Khushi </a:t>
            </a:r>
            <a:r>
              <a:rPr lang="en-US" dirty="0" err="1"/>
              <a:t>panwar</a:t>
            </a:r>
            <a:endParaRPr lang="en-US" dirty="0"/>
          </a:p>
          <a:p>
            <a:r>
              <a:rPr lang="en-US" dirty="0" err="1"/>
              <a:t>B.Sc</a:t>
            </a:r>
            <a:r>
              <a:rPr lang="en-US" dirty="0"/>
              <a:t> (H) Cs, 1</a:t>
            </a:r>
            <a:r>
              <a:rPr lang="en-US" baseline="30000" dirty="0"/>
              <a:t>st</a:t>
            </a:r>
            <a:r>
              <a:rPr lang="en-US" dirty="0"/>
              <a:t> year </a:t>
            </a:r>
          </a:p>
          <a:p>
            <a:r>
              <a:rPr lang="en-US" dirty="0" err="1"/>
              <a:t>srcas</a:t>
            </a:r>
            <a:r>
              <a:rPr lang="en-US" dirty="0"/>
              <a:t>-w, University of </a:t>
            </a:r>
            <a:r>
              <a:rPr lang="en-US" dirty="0" err="1"/>
              <a:t>delhi</a:t>
            </a:r>
            <a:endParaRPr lang="en-US" dirty="0"/>
          </a:p>
          <a:p>
            <a:endParaRPr lang="en-IN" dirty="0"/>
          </a:p>
        </p:txBody>
      </p:sp>
    </p:spTree>
    <p:extLst>
      <p:ext uri="{BB962C8B-B14F-4D97-AF65-F5344CB8AC3E}">
        <p14:creationId xmlns:p14="http://schemas.microsoft.com/office/powerpoint/2010/main" val="517107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D4ACA-2F2D-4D6C-8C58-B01F3D43C117}"/>
              </a:ext>
            </a:extLst>
          </p:cNvPr>
          <p:cNvSpPr>
            <a:spLocks noGrp="1"/>
          </p:cNvSpPr>
          <p:nvPr>
            <p:ph idx="1"/>
          </p:nvPr>
        </p:nvSpPr>
        <p:spPr>
          <a:xfrm>
            <a:off x="1281458" y="2111425"/>
            <a:ext cx="9999686" cy="3895970"/>
          </a:xfrm>
        </p:spPr>
        <p:txBody>
          <a:bodyPr>
            <a:normAutofit/>
          </a:bodyPr>
          <a:lstStyle/>
          <a:p>
            <a:r>
              <a:rPr lang="en-US" sz="2400" dirty="0"/>
              <a:t>Before we begin, I would like to ask you that what is the major change occurred in the past two years?? This change was unexpected and very unpredictable but now we’re living with that change.  Would anyone like to answer??</a:t>
            </a:r>
          </a:p>
          <a:p>
            <a:r>
              <a:rPr lang="en-IN" sz="2400" dirty="0"/>
              <a:t>Due to prevailing pandemic, most of the workplaces and educational institutions shifted to the online mode.</a:t>
            </a:r>
          </a:p>
          <a:p>
            <a:endParaRPr lang="en-US" sz="2400" dirty="0"/>
          </a:p>
        </p:txBody>
      </p:sp>
    </p:spTree>
    <p:extLst>
      <p:ext uri="{BB962C8B-B14F-4D97-AF65-F5344CB8AC3E}">
        <p14:creationId xmlns:p14="http://schemas.microsoft.com/office/powerpoint/2010/main" val="3625051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1251-88D6-4E47-8433-CA4FB2CC5173}"/>
              </a:ext>
            </a:extLst>
          </p:cNvPr>
          <p:cNvSpPr>
            <a:spLocks noGrp="1"/>
          </p:cNvSpPr>
          <p:nvPr>
            <p:ph type="title"/>
          </p:nvPr>
        </p:nvSpPr>
        <p:spPr>
          <a:xfrm>
            <a:off x="518160" y="579120"/>
            <a:ext cx="6644640" cy="2380977"/>
          </a:xfrm>
        </p:spPr>
        <p:txBody>
          <a:bodyPr>
            <a:normAutofit/>
          </a:bodyPr>
          <a:lstStyle/>
          <a:p>
            <a:pPr algn="ctr"/>
            <a:r>
              <a:rPr lang="en-US" sz="3600" dirty="0"/>
              <a:t>Shift of all educational institutions to the</a:t>
            </a:r>
            <a:br>
              <a:rPr lang="en-US" sz="3600" dirty="0"/>
            </a:br>
            <a:r>
              <a:rPr lang="en-US" sz="3600" dirty="0"/>
              <a:t> “online mode”</a:t>
            </a:r>
            <a:endParaRPr lang="en-IN" sz="3600" dirty="0"/>
          </a:p>
        </p:txBody>
      </p:sp>
      <p:pic>
        <p:nvPicPr>
          <p:cNvPr id="6" name="Picture Placeholder 5">
            <a:extLst>
              <a:ext uri="{FF2B5EF4-FFF2-40B4-BE49-F238E27FC236}">
                <a16:creationId xmlns:a16="http://schemas.microsoft.com/office/drawing/2014/main" id="{A4088065-0A32-43F5-99DD-76CB34CBF44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932" r="25932"/>
          <a:stretch>
            <a:fillRect/>
          </a:stretch>
        </p:blipFill>
        <p:spPr/>
      </p:pic>
      <p:sp>
        <p:nvSpPr>
          <p:cNvPr id="4" name="Text Placeholder 3">
            <a:extLst>
              <a:ext uri="{FF2B5EF4-FFF2-40B4-BE49-F238E27FC236}">
                <a16:creationId xmlns:a16="http://schemas.microsoft.com/office/drawing/2014/main" id="{37C8CD79-D961-4D85-82DD-14B345096F4D}"/>
              </a:ext>
            </a:extLst>
          </p:cNvPr>
          <p:cNvSpPr>
            <a:spLocks noGrp="1"/>
          </p:cNvSpPr>
          <p:nvPr>
            <p:ph type="body" sz="half" idx="2"/>
          </p:nvPr>
        </p:nvSpPr>
        <p:spPr>
          <a:xfrm>
            <a:off x="518160" y="3262776"/>
            <a:ext cx="6810862" cy="2702088"/>
          </a:xfrm>
        </p:spPr>
        <p:txBody>
          <a:bodyPr>
            <a:normAutofit fontScale="92500" lnSpcReduction="20000"/>
          </a:bodyPr>
          <a:lstStyle/>
          <a:p>
            <a:r>
              <a:rPr lang="en-US" sz="2000" b="1" dirty="0"/>
              <a:t>In order to take the necessary precautions, All the classes and exams shifted to online mode due to prevailing pandemic. </a:t>
            </a:r>
          </a:p>
          <a:p>
            <a:r>
              <a:rPr lang="en-US" sz="2000" b="1" dirty="0"/>
              <a:t>Although online mode offered a solution that the education shouldn’t stop at any cost. It also gave us a big issue/trouble of cyber or online cheating. </a:t>
            </a:r>
          </a:p>
          <a:p>
            <a:r>
              <a:rPr lang="en-US" sz="2000" b="1" dirty="0"/>
              <a:t>Hence, giving the students an opportunity to cheat and take help of various resources in their tests/exams.</a:t>
            </a:r>
            <a:endParaRPr lang="en-IN" sz="2000" b="1" dirty="0"/>
          </a:p>
        </p:txBody>
      </p:sp>
    </p:spTree>
    <p:extLst>
      <p:ext uri="{BB962C8B-B14F-4D97-AF65-F5344CB8AC3E}">
        <p14:creationId xmlns:p14="http://schemas.microsoft.com/office/powerpoint/2010/main" val="1487464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591953-A96B-4494-B2F3-EDDEA6D74580}"/>
              </a:ext>
            </a:extLst>
          </p:cNvPr>
          <p:cNvSpPr/>
          <p:nvPr/>
        </p:nvSpPr>
        <p:spPr>
          <a:xfrm>
            <a:off x="828916" y="3098800"/>
            <a:ext cx="10712843" cy="3046988"/>
          </a:xfrm>
          <a:prstGeom prst="rect">
            <a:avLst/>
          </a:prstGeom>
          <a:noFill/>
        </p:spPr>
        <p:txBody>
          <a:bodyPr wrap="square" lIns="91440" tIns="45720" rIns="91440" bIns="45720">
            <a:spAutoFit/>
          </a:bodyPr>
          <a:lstStyle/>
          <a:p>
            <a:pPr algn="ctr"/>
            <a:r>
              <a:rPr lang="en-US" sz="4800" b="1" dirty="0">
                <a:ln w="22225">
                  <a:solidFill>
                    <a:schemeClr val="accent2"/>
                  </a:solidFill>
                  <a:prstDash val="solid"/>
                </a:ln>
                <a:solidFill>
                  <a:schemeClr val="accent2">
                    <a:lumMod val="40000"/>
                    <a:lumOff val="60000"/>
                  </a:schemeClr>
                </a:solidFill>
              </a:rPr>
              <a:t>IF EXAMS IN </a:t>
            </a:r>
          </a:p>
          <a:p>
            <a:pPr algn="ctr"/>
            <a:r>
              <a:rPr lang="en-US" sz="4800" b="1" dirty="0">
                <a:ln w="22225">
                  <a:solidFill>
                    <a:schemeClr val="accent2"/>
                  </a:solidFill>
                  <a:prstDash val="solid"/>
                </a:ln>
                <a:solidFill>
                  <a:schemeClr val="accent2">
                    <a:lumMod val="40000"/>
                    <a:lumOff val="60000"/>
                  </a:schemeClr>
                </a:solidFill>
              </a:rPr>
              <a:t> ONLINE MODE IS A PROBLEM,</a:t>
            </a:r>
          </a:p>
          <a:p>
            <a:pPr algn="ctr"/>
            <a:endParaRPr lang="en-US" sz="4800" b="1" dirty="0">
              <a:ln w="22225">
                <a:solidFill>
                  <a:schemeClr val="accent2"/>
                </a:solidFill>
                <a:prstDash val="solid"/>
              </a:ln>
              <a:solidFill>
                <a:schemeClr val="accent2">
                  <a:lumMod val="40000"/>
                  <a:lumOff val="60000"/>
                </a:schemeClr>
              </a:solidFill>
            </a:endParaRPr>
          </a:p>
          <a:p>
            <a:pPr algn="ctr"/>
            <a:r>
              <a:rPr lang="en-US" sz="4800" b="1" dirty="0">
                <a:ln w="22225">
                  <a:solidFill>
                    <a:schemeClr val="accent2"/>
                  </a:solidFill>
                  <a:prstDash val="solid"/>
                </a:ln>
                <a:solidFill>
                  <a:schemeClr val="accent2">
                    <a:lumMod val="40000"/>
                    <a:lumOff val="60000"/>
                  </a:schemeClr>
                </a:solidFill>
              </a:rPr>
              <a:t>THEN WHAT IS THE SOLUTION??</a:t>
            </a:r>
          </a:p>
        </p:txBody>
      </p:sp>
      <p:pic>
        <p:nvPicPr>
          <p:cNvPr id="9" name="Picture 8">
            <a:extLst>
              <a:ext uri="{FF2B5EF4-FFF2-40B4-BE49-F238E27FC236}">
                <a16:creationId xmlns:a16="http://schemas.microsoft.com/office/drawing/2014/main" id="{6F5A3215-1A44-40D6-85B2-8CAD9A8CDC28}"/>
              </a:ext>
            </a:extLst>
          </p:cNvPr>
          <p:cNvPicPr>
            <a:picLocks noChangeAspect="1"/>
          </p:cNvPicPr>
          <p:nvPr/>
        </p:nvPicPr>
        <p:blipFill rotWithShape="1">
          <a:blip r:embed="rId2">
            <a:extLst>
              <a:ext uri="{28A0092B-C50C-407E-A947-70E740481C1C}">
                <a14:useLocalDpi xmlns:a14="http://schemas.microsoft.com/office/drawing/2010/main" val="0"/>
              </a:ext>
            </a:extLst>
          </a:blip>
          <a:srcRect t="11848" b="8073"/>
          <a:stretch/>
        </p:blipFill>
        <p:spPr>
          <a:xfrm>
            <a:off x="1012603" y="345441"/>
            <a:ext cx="5550757" cy="2489200"/>
          </a:xfrm>
          <a:prstGeom prst="rect">
            <a:avLst/>
          </a:prstGeom>
        </p:spPr>
      </p:pic>
      <p:pic>
        <p:nvPicPr>
          <p:cNvPr id="11" name="Picture 10">
            <a:extLst>
              <a:ext uri="{FF2B5EF4-FFF2-40B4-BE49-F238E27FC236}">
                <a16:creationId xmlns:a16="http://schemas.microsoft.com/office/drawing/2014/main" id="{6733564B-2ABE-408B-88C3-BA5F26B2B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0279" y="345441"/>
            <a:ext cx="3719547" cy="2529839"/>
          </a:xfrm>
          <a:prstGeom prst="rect">
            <a:avLst/>
          </a:prstGeom>
        </p:spPr>
      </p:pic>
    </p:spTree>
    <p:extLst>
      <p:ext uri="{BB962C8B-B14F-4D97-AF65-F5344CB8AC3E}">
        <p14:creationId xmlns:p14="http://schemas.microsoft.com/office/powerpoint/2010/main" val="740275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5D6E2-550D-4249-BEB4-7E13F9D000D7}"/>
              </a:ext>
            </a:extLst>
          </p:cNvPr>
          <p:cNvSpPr>
            <a:spLocks noGrp="1"/>
          </p:cNvSpPr>
          <p:nvPr>
            <p:ph type="ctrTitle"/>
          </p:nvPr>
        </p:nvSpPr>
        <p:spPr>
          <a:xfrm>
            <a:off x="2133364" y="2231679"/>
            <a:ext cx="8637073" cy="1144557"/>
          </a:xfrm>
        </p:spPr>
        <p:txBody>
          <a:bodyPr>
            <a:normAutofit/>
          </a:bodyPr>
          <a:lstStyle/>
          <a:p>
            <a:pPr algn="ctr"/>
            <a:r>
              <a:rPr lang="en-US" dirty="0" err="1"/>
              <a:t>Vigilancia</a:t>
            </a:r>
            <a:endParaRPr lang="en-IN" dirty="0"/>
          </a:p>
        </p:txBody>
      </p:sp>
      <p:sp>
        <p:nvSpPr>
          <p:cNvPr id="4" name="Title 1">
            <a:extLst>
              <a:ext uri="{FF2B5EF4-FFF2-40B4-BE49-F238E27FC236}">
                <a16:creationId xmlns:a16="http://schemas.microsoft.com/office/drawing/2014/main" id="{3E3B4A10-EFFF-4650-A0BA-6AEBC61CA263}"/>
              </a:ext>
            </a:extLst>
          </p:cNvPr>
          <p:cNvSpPr txBox="1">
            <a:spLocks/>
          </p:cNvSpPr>
          <p:nvPr/>
        </p:nvSpPr>
        <p:spPr>
          <a:xfrm>
            <a:off x="2773680" y="3554858"/>
            <a:ext cx="6644640" cy="1136206"/>
          </a:xfrm>
          <a:prstGeom prst="rect">
            <a:avLst/>
          </a:prstGeom>
        </p:spPr>
        <p:txBody>
          <a:bodyPr vert="horz" lIns="91440" tIns="45720" rIns="91440" bIns="0" rtlCol="0" anchor="b">
            <a:normAutofit/>
          </a:bodyPr>
          <a:lstStyle>
            <a:lvl1pPr algn="l" defTabSz="914400" rtl="0" eaLnBrk="1" latinLnBrk="0" hangingPunct="1">
              <a:lnSpc>
                <a:spcPct val="90000"/>
              </a:lnSpc>
              <a:spcBef>
                <a:spcPct val="0"/>
              </a:spcBef>
              <a:buNone/>
              <a:defRPr sz="6600" b="0" i="0" kern="1200" cap="all">
                <a:solidFill>
                  <a:schemeClr val="tx1"/>
                </a:solidFill>
                <a:effectLst/>
                <a:latin typeface="+mj-lt"/>
                <a:ea typeface="+mj-ea"/>
                <a:cs typeface="+mj-cs"/>
              </a:defRPr>
            </a:lvl1pPr>
          </a:lstStyle>
          <a:p>
            <a:pPr algn="ctr"/>
            <a:r>
              <a:rPr lang="en-US" sz="3600" dirty="0"/>
              <a:t>Say yes to sincere exams</a:t>
            </a:r>
          </a:p>
          <a:p>
            <a:pPr algn="ctr"/>
            <a:r>
              <a:rPr lang="en-US" sz="3600" dirty="0"/>
              <a:t>No more cheating mode!</a:t>
            </a:r>
            <a:endParaRPr lang="en-IN" sz="3600" dirty="0"/>
          </a:p>
        </p:txBody>
      </p:sp>
      <p:pic>
        <p:nvPicPr>
          <p:cNvPr id="10" name="Picture 9">
            <a:extLst>
              <a:ext uri="{FF2B5EF4-FFF2-40B4-BE49-F238E27FC236}">
                <a16:creationId xmlns:a16="http://schemas.microsoft.com/office/drawing/2014/main" id="{E3C7D8CC-432C-4B0B-B67D-CDD376ECD2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806190" cy="2131466"/>
          </a:xfrm>
          <a:prstGeom prst="rect">
            <a:avLst/>
          </a:prstGeom>
        </p:spPr>
      </p:pic>
      <p:pic>
        <p:nvPicPr>
          <p:cNvPr id="11" name="Picture 10">
            <a:extLst>
              <a:ext uri="{FF2B5EF4-FFF2-40B4-BE49-F238E27FC236}">
                <a16:creationId xmlns:a16="http://schemas.microsoft.com/office/drawing/2014/main" id="{2B17D205-DB5F-4CFA-9AC3-DFBBC096E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0701" y="0"/>
            <a:ext cx="3241299" cy="2204560"/>
          </a:xfrm>
          <a:prstGeom prst="rect">
            <a:avLst/>
          </a:prstGeo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39886E29-FCBA-4A41-A67E-8D312D77B049}"/>
                  </a:ext>
                </a:extLst>
              </p14:cNvPr>
              <p14:cNvContentPartPr/>
              <p14:nvPr/>
            </p14:nvContentPartPr>
            <p14:xfrm>
              <a:off x="10478040" y="1248880"/>
              <a:ext cx="1023480" cy="489600"/>
            </p14:xfrm>
          </p:contentPart>
        </mc:Choice>
        <mc:Fallback xmlns="">
          <p:pic>
            <p:nvPicPr>
              <p:cNvPr id="17" name="Ink 16">
                <a:extLst>
                  <a:ext uri="{FF2B5EF4-FFF2-40B4-BE49-F238E27FC236}">
                    <a16:creationId xmlns:a16="http://schemas.microsoft.com/office/drawing/2014/main" id="{39886E29-FCBA-4A41-A67E-8D312D77B049}"/>
                  </a:ext>
                </a:extLst>
              </p:cNvPr>
              <p:cNvPicPr/>
              <p:nvPr/>
            </p:nvPicPr>
            <p:blipFill>
              <a:blip r:embed="rId5"/>
              <a:stretch>
                <a:fillRect/>
              </a:stretch>
            </p:blipFill>
            <p:spPr>
              <a:xfrm>
                <a:off x="10415040" y="1186240"/>
                <a:ext cx="1149120" cy="615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2983327D-D5D5-458E-A4D7-079ABCAF77E3}"/>
                  </a:ext>
                </a:extLst>
              </p14:cNvPr>
              <p14:cNvContentPartPr/>
              <p14:nvPr/>
            </p14:nvContentPartPr>
            <p14:xfrm>
              <a:off x="10606920" y="1035760"/>
              <a:ext cx="662760" cy="982800"/>
            </p14:xfrm>
          </p:contentPart>
        </mc:Choice>
        <mc:Fallback xmlns="">
          <p:pic>
            <p:nvPicPr>
              <p:cNvPr id="20" name="Ink 19">
                <a:extLst>
                  <a:ext uri="{FF2B5EF4-FFF2-40B4-BE49-F238E27FC236}">
                    <a16:creationId xmlns:a16="http://schemas.microsoft.com/office/drawing/2014/main" id="{2983327D-D5D5-458E-A4D7-079ABCAF77E3}"/>
                  </a:ext>
                </a:extLst>
              </p:cNvPr>
              <p:cNvPicPr/>
              <p:nvPr/>
            </p:nvPicPr>
            <p:blipFill>
              <a:blip r:embed="rId7"/>
              <a:stretch>
                <a:fillRect/>
              </a:stretch>
            </p:blipFill>
            <p:spPr>
              <a:xfrm>
                <a:off x="10543920" y="972760"/>
                <a:ext cx="788400" cy="1108440"/>
              </a:xfrm>
              <a:prstGeom prst="rect">
                <a:avLst/>
              </a:prstGeom>
            </p:spPr>
          </p:pic>
        </mc:Fallback>
      </mc:AlternateContent>
      <p:pic>
        <p:nvPicPr>
          <p:cNvPr id="22" name="Picture 21">
            <a:extLst>
              <a:ext uri="{FF2B5EF4-FFF2-40B4-BE49-F238E27FC236}">
                <a16:creationId xmlns:a16="http://schemas.microsoft.com/office/drawing/2014/main" id="{CD2B41F4-6C4B-4030-A374-8B7A7685E5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 y="4838411"/>
            <a:ext cx="3251200" cy="2019590"/>
          </a:xfrm>
          <a:prstGeom prst="rect">
            <a:avLst/>
          </a:prstGeom>
        </p:spPr>
      </p:pic>
      <p:pic>
        <p:nvPicPr>
          <p:cNvPr id="24" name="Picture 23">
            <a:extLst>
              <a:ext uri="{FF2B5EF4-FFF2-40B4-BE49-F238E27FC236}">
                <a16:creationId xmlns:a16="http://schemas.microsoft.com/office/drawing/2014/main" id="{16AAFC1B-2665-44A6-9B42-53B9DE62BB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50046" y="4869686"/>
            <a:ext cx="3741954" cy="2011301"/>
          </a:xfrm>
          <a:prstGeom prst="rect">
            <a:avLst/>
          </a:prstGeom>
        </p:spPr>
      </p:pic>
    </p:spTree>
    <p:extLst>
      <p:ext uri="{BB962C8B-B14F-4D97-AF65-F5344CB8AC3E}">
        <p14:creationId xmlns:p14="http://schemas.microsoft.com/office/powerpoint/2010/main" val="117806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64D5-1EF6-4C5C-8ACF-1C0C1785102F}"/>
              </a:ext>
            </a:extLst>
          </p:cNvPr>
          <p:cNvSpPr>
            <a:spLocks noGrp="1"/>
          </p:cNvSpPr>
          <p:nvPr>
            <p:ph type="title"/>
          </p:nvPr>
        </p:nvSpPr>
        <p:spPr>
          <a:xfrm>
            <a:off x="1381529" y="2061965"/>
            <a:ext cx="5885144" cy="1855092"/>
          </a:xfrm>
        </p:spPr>
        <p:txBody>
          <a:bodyPr>
            <a:normAutofit/>
          </a:bodyPr>
          <a:lstStyle/>
          <a:p>
            <a:r>
              <a:rPr lang="en-US" dirty="0"/>
              <a:t>PRIME THEME OF VIGILANCIA </a:t>
            </a:r>
            <a:endParaRPr lang="en-IN" dirty="0"/>
          </a:p>
        </p:txBody>
      </p:sp>
      <p:sp>
        <p:nvSpPr>
          <p:cNvPr id="4" name="Text Placeholder 3">
            <a:extLst>
              <a:ext uri="{FF2B5EF4-FFF2-40B4-BE49-F238E27FC236}">
                <a16:creationId xmlns:a16="http://schemas.microsoft.com/office/drawing/2014/main" id="{D9BBC27B-ACBE-48BA-9237-8E5BF3DC9B97}"/>
              </a:ext>
            </a:extLst>
          </p:cNvPr>
          <p:cNvSpPr>
            <a:spLocks noGrp="1"/>
          </p:cNvSpPr>
          <p:nvPr>
            <p:ph type="body" sz="half" idx="2"/>
          </p:nvPr>
        </p:nvSpPr>
        <p:spPr>
          <a:xfrm>
            <a:off x="889573" y="3860206"/>
            <a:ext cx="6253517" cy="2124033"/>
          </a:xfrm>
        </p:spPr>
        <p:txBody>
          <a:bodyPr>
            <a:normAutofit fontScale="92500" lnSpcReduction="10000"/>
          </a:bodyPr>
          <a:lstStyle/>
          <a:p>
            <a:r>
              <a:rPr lang="en-US" b="1" dirty="0" err="1"/>
              <a:t>Vigilancia</a:t>
            </a:r>
            <a:r>
              <a:rPr lang="en-US" b="1" dirty="0"/>
              <a:t> would be primarily work on the detection and recognition system specially modified for students at the video conferencing level. </a:t>
            </a:r>
          </a:p>
          <a:p>
            <a:pPr>
              <a:lnSpc>
                <a:spcPct val="110000"/>
              </a:lnSpc>
            </a:pPr>
            <a:r>
              <a:rPr lang="en-US" b="1" dirty="0"/>
              <a:t>1.     Object Recognition &amp; Categorization</a:t>
            </a:r>
          </a:p>
          <a:p>
            <a:pPr marL="457200" indent="-457200">
              <a:lnSpc>
                <a:spcPct val="110000"/>
              </a:lnSpc>
              <a:buAutoNum type="arabicPeriod" startAt="2"/>
            </a:pPr>
            <a:r>
              <a:rPr lang="en-US" b="1" dirty="0"/>
              <a:t>Face detection</a:t>
            </a:r>
          </a:p>
          <a:p>
            <a:pPr marL="457200" indent="-457200">
              <a:lnSpc>
                <a:spcPct val="110000"/>
              </a:lnSpc>
              <a:buAutoNum type="arabicPeriod" startAt="2"/>
            </a:pPr>
            <a:r>
              <a:rPr lang="en-IN" b="1" dirty="0"/>
              <a:t>Notification &amp; recording system</a:t>
            </a:r>
          </a:p>
        </p:txBody>
      </p:sp>
      <p:pic>
        <p:nvPicPr>
          <p:cNvPr id="8" name="Picture 7">
            <a:extLst>
              <a:ext uri="{FF2B5EF4-FFF2-40B4-BE49-F238E27FC236}">
                <a16:creationId xmlns:a16="http://schemas.microsoft.com/office/drawing/2014/main" id="{B4CBB150-4BEC-4FD5-8F38-341FE2C0B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0764" y="170265"/>
            <a:ext cx="4509396" cy="2863466"/>
          </a:xfrm>
          <a:prstGeom prst="rect">
            <a:avLst/>
          </a:prstGeom>
        </p:spPr>
      </p:pic>
      <p:pic>
        <p:nvPicPr>
          <p:cNvPr id="13" name="Picture Placeholder 12">
            <a:extLst>
              <a:ext uri="{FF2B5EF4-FFF2-40B4-BE49-F238E27FC236}">
                <a16:creationId xmlns:a16="http://schemas.microsoft.com/office/drawing/2014/main" id="{ED6549C9-C6E2-42F0-958E-B27AED2C6246}"/>
              </a:ext>
            </a:extLst>
          </p:cNvPr>
          <p:cNvPicPr>
            <a:picLocks noGrp="1" noChangeAspect="1"/>
          </p:cNvPicPr>
          <p:nvPr>
            <p:ph type="pic" idx="1"/>
          </p:nvPr>
        </p:nvPicPr>
        <p:blipFill rotWithShape="1">
          <a:blip r:embed="rId3">
            <a:extLst>
              <a:ext uri="{28A0092B-C50C-407E-A947-70E740481C1C}">
                <a14:useLocalDpi xmlns:a14="http://schemas.microsoft.com/office/drawing/2010/main" val="0"/>
              </a:ext>
            </a:extLst>
          </a:blip>
          <a:srcRect l="2996" t="-2607" r="858" b="-9464"/>
          <a:stretch/>
        </p:blipFill>
        <p:spPr>
          <a:xfrm>
            <a:off x="7758629" y="777102"/>
            <a:ext cx="3509747" cy="4424818"/>
          </a:xfrm>
        </p:spPr>
      </p:pic>
    </p:spTree>
    <p:extLst>
      <p:ext uri="{BB962C8B-B14F-4D97-AF65-F5344CB8AC3E}">
        <p14:creationId xmlns:p14="http://schemas.microsoft.com/office/powerpoint/2010/main" val="306900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7293-AB89-4F65-87DE-808C29D48123}"/>
              </a:ext>
            </a:extLst>
          </p:cNvPr>
          <p:cNvSpPr>
            <a:spLocks noGrp="1"/>
          </p:cNvSpPr>
          <p:nvPr>
            <p:ph type="title"/>
          </p:nvPr>
        </p:nvSpPr>
        <p:spPr>
          <a:xfrm>
            <a:off x="281157" y="3829128"/>
            <a:ext cx="11629686" cy="744973"/>
          </a:xfrm>
        </p:spPr>
        <p:txBody>
          <a:bodyPr>
            <a:normAutofit fontScale="90000"/>
          </a:bodyPr>
          <a:lstStyle/>
          <a:p>
            <a:r>
              <a:rPr lang="en-US" u="sng" dirty="0"/>
              <a:t>Detection of objects: How is it done in </a:t>
            </a:r>
            <a:r>
              <a:rPr lang="en-US" u="sng" dirty="0" err="1"/>
              <a:t>vigilancia</a:t>
            </a:r>
            <a:r>
              <a:rPr lang="en-US" u="sng" dirty="0"/>
              <a:t>?</a:t>
            </a:r>
            <a:endParaRPr lang="en-IN" u="sng" dirty="0"/>
          </a:p>
        </p:txBody>
      </p:sp>
      <p:sp>
        <p:nvSpPr>
          <p:cNvPr id="6" name="Text Box 5">
            <a:extLst>
              <a:ext uri="{FF2B5EF4-FFF2-40B4-BE49-F238E27FC236}">
                <a16:creationId xmlns:a16="http://schemas.microsoft.com/office/drawing/2014/main" id="{457E8D6B-26B4-4AA2-ADE2-76AB76573865}"/>
              </a:ext>
            </a:extLst>
          </p:cNvPr>
          <p:cNvSpPr txBox="1">
            <a:spLocks noChangeArrowheads="1"/>
          </p:cNvSpPr>
          <p:nvPr/>
        </p:nvSpPr>
        <p:spPr bwMode="auto">
          <a:xfrm>
            <a:off x="1545222" y="508923"/>
            <a:ext cx="1593850" cy="366713"/>
          </a:xfrm>
          <a:prstGeom prst="rect">
            <a:avLst/>
          </a:prstGeom>
          <a:noFill/>
          <a:ln w="9525">
            <a:noFill/>
            <a:miter lim="800000"/>
            <a:headEnd/>
            <a:tailEnd/>
          </a:ln>
        </p:spPr>
        <p:txBody>
          <a:bodyPr wrap="none">
            <a:prstTxWarp prst="textNoShape">
              <a:avLst/>
            </a:prstTxWarp>
            <a:spAutoFit/>
          </a:bodyPr>
          <a:lstStyle/>
          <a:p>
            <a:pPr eaLnBrk="1" hangingPunct="1"/>
            <a:r>
              <a:rPr lang="en-US" dirty="0">
                <a:ea typeface="Arial" charset="0"/>
                <a:cs typeface="Arial" charset="0"/>
              </a:rPr>
              <a:t>This is a chair</a:t>
            </a:r>
          </a:p>
        </p:txBody>
      </p:sp>
      <p:pic>
        <p:nvPicPr>
          <p:cNvPr id="7" name="Picture 4">
            <a:extLst>
              <a:ext uri="{FF2B5EF4-FFF2-40B4-BE49-F238E27FC236}">
                <a16:creationId xmlns:a16="http://schemas.microsoft.com/office/drawing/2014/main" id="{BE72907B-0007-4935-B1FF-8BC706E82588}"/>
              </a:ext>
            </a:extLst>
          </p:cNvPr>
          <p:cNvPicPr>
            <a:picLocks noChangeAspect="1" noChangeArrowheads="1"/>
          </p:cNvPicPr>
          <p:nvPr/>
        </p:nvPicPr>
        <p:blipFill>
          <a:blip r:embed="rId2" cstate="print"/>
          <a:srcRect l="33398" t="12192" r="39519" b="44617"/>
          <a:stretch>
            <a:fillRect/>
          </a:stretch>
        </p:blipFill>
        <p:spPr bwMode="auto">
          <a:xfrm>
            <a:off x="1581050" y="1097441"/>
            <a:ext cx="1522195" cy="2436613"/>
          </a:xfrm>
          <a:prstGeom prst="rect">
            <a:avLst/>
          </a:prstGeom>
          <a:noFill/>
          <a:ln w="9525">
            <a:noFill/>
            <a:miter lim="800000"/>
            <a:headEnd/>
            <a:tailEnd/>
          </a:ln>
        </p:spPr>
      </p:pic>
      <p:sp>
        <p:nvSpPr>
          <p:cNvPr id="9" name="Text Box 8">
            <a:extLst>
              <a:ext uri="{FF2B5EF4-FFF2-40B4-BE49-F238E27FC236}">
                <a16:creationId xmlns:a16="http://schemas.microsoft.com/office/drawing/2014/main" id="{FABB8598-187F-43C5-8374-B24E6DBA35A5}"/>
              </a:ext>
            </a:extLst>
          </p:cNvPr>
          <p:cNvSpPr txBox="1">
            <a:spLocks noChangeArrowheads="1"/>
          </p:cNvSpPr>
          <p:nvPr/>
        </p:nvSpPr>
        <p:spPr bwMode="auto">
          <a:xfrm>
            <a:off x="4060279" y="394046"/>
            <a:ext cx="3208338" cy="369332"/>
          </a:xfrm>
          <a:prstGeom prst="rect">
            <a:avLst/>
          </a:prstGeom>
          <a:noFill/>
          <a:ln w="9525">
            <a:noFill/>
            <a:miter lim="800000"/>
            <a:headEnd/>
            <a:tailEnd/>
          </a:ln>
        </p:spPr>
        <p:txBody>
          <a:bodyPr wrap="square">
            <a:prstTxWarp prst="textNoShape">
              <a:avLst/>
            </a:prstTxWarp>
            <a:spAutoFit/>
          </a:bodyPr>
          <a:lstStyle/>
          <a:p>
            <a:pPr eaLnBrk="1" hangingPunct="1"/>
            <a:r>
              <a:rPr lang="en-US" dirty="0">
                <a:ea typeface="Arial" charset="0"/>
                <a:cs typeface="Arial" charset="0"/>
              </a:rPr>
              <a:t>Find the chair in this image </a:t>
            </a:r>
          </a:p>
        </p:txBody>
      </p:sp>
      <p:pic>
        <p:nvPicPr>
          <p:cNvPr id="13" name="Picture 7">
            <a:extLst>
              <a:ext uri="{FF2B5EF4-FFF2-40B4-BE49-F238E27FC236}">
                <a16:creationId xmlns:a16="http://schemas.microsoft.com/office/drawing/2014/main" id="{D264D955-AC78-4173-8198-FF9221A718BB}"/>
              </a:ext>
            </a:extLst>
          </p:cNvPr>
          <p:cNvPicPr>
            <a:picLocks noChangeAspect="1" noChangeArrowheads="1"/>
          </p:cNvPicPr>
          <p:nvPr/>
        </p:nvPicPr>
        <p:blipFill>
          <a:blip r:embed="rId2" cstate="print"/>
          <a:srcRect/>
          <a:stretch>
            <a:fillRect/>
          </a:stretch>
        </p:blipFill>
        <p:spPr bwMode="auto">
          <a:xfrm>
            <a:off x="3989595" y="865562"/>
            <a:ext cx="2708258" cy="2719433"/>
          </a:xfrm>
          <a:prstGeom prst="rect">
            <a:avLst/>
          </a:prstGeom>
          <a:noFill/>
          <a:ln w="9525">
            <a:noFill/>
            <a:miter lim="800000"/>
            <a:headEnd/>
            <a:tailEnd/>
          </a:ln>
        </p:spPr>
      </p:pic>
      <p:pic>
        <p:nvPicPr>
          <p:cNvPr id="14" name="Picture 9">
            <a:extLst>
              <a:ext uri="{FF2B5EF4-FFF2-40B4-BE49-F238E27FC236}">
                <a16:creationId xmlns:a16="http://schemas.microsoft.com/office/drawing/2014/main" id="{466B97DD-97F1-4665-86CB-FBB2011A1A72}"/>
              </a:ext>
            </a:extLst>
          </p:cNvPr>
          <p:cNvPicPr>
            <a:picLocks noChangeAspect="1" noChangeArrowheads="1"/>
          </p:cNvPicPr>
          <p:nvPr/>
        </p:nvPicPr>
        <p:blipFill>
          <a:blip r:embed="rId3" cstate="print"/>
          <a:srcRect/>
          <a:stretch>
            <a:fillRect/>
          </a:stretch>
        </p:blipFill>
        <p:spPr bwMode="auto">
          <a:xfrm>
            <a:off x="7684770" y="876165"/>
            <a:ext cx="2800350" cy="2767435"/>
          </a:xfrm>
          <a:prstGeom prst="rect">
            <a:avLst/>
          </a:prstGeom>
          <a:noFill/>
          <a:ln w="9525">
            <a:noFill/>
            <a:miter lim="800000"/>
            <a:headEnd/>
            <a:tailEnd/>
          </a:ln>
        </p:spPr>
      </p:pic>
      <p:sp>
        <p:nvSpPr>
          <p:cNvPr id="15" name="Text Box 12">
            <a:extLst>
              <a:ext uri="{FF2B5EF4-FFF2-40B4-BE49-F238E27FC236}">
                <a16:creationId xmlns:a16="http://schemas.microsoft.com/office/drawing/2014/main" id="{698EB349-A6EE-48B8-99D1-4DCC9837C7C9}"/>
              </a:ext>
            </a:extLst>
          </p:cNvPr>
          <p:cNvSpPr txBox="1">
            <a:spLocks noChangeArrowheads="1"/>
          </p:cNvSpPr>
          <p:nvPr/>
        </p:nvSpPr>
        <p:spPr bwMode="auto">
          <a:xfrm>
            <a:off x="7184390" y="166982"/>
            <a:ext cx="4278287" cy="646331"/>
          </a:xfrm>
          <a:prstGeom prst="rect">
            <a:avLst/>
          </a:prstGeom>
          <a:noFill/>
          <a:ln w="9525">
            <a:noFill/>
            <a:miter lim="800000"/>
            <a:headEnd/>
            <a:tailEnd/>
          </a:ln>
        </p:spPr>
        <p:txBody>
          <a:bodyPr wrap="none">
            <a:prstTxWarp prst="textNoShape">
              <a:avLst/>
            </a:prstTxWarp>
            <a:spAutoFit/>
          </a:bodyPr>
          <a:lstStyle/>
          <a:p>
            <a:pPr eaLnBrk="1" hangingPunct="1"/>
            <a:r>
              <a:rPr lang="en-US" dirty="0">
                <a:ea typeface="Arial" charset="0"/>
                <a:cs typeface="Arial" charset="0"/>
              </a:rPr>
              <a:t>Output of normalized correlation- template</a:t>
            </a:r>
          </a:p>
          <a:p>
            <a:pPr eaLnBrk="1" hangingPunct="1"/>
            <a:r>
              <a:rPr lang="en-US" dirty="0">
                <a:ea typeface="Arial" charset="0"/>
                <a:cs typeface="Arial" charset="0"/>
              </a:rPr>
              <a:t>Matching or finding incidents of a pattern</a:t>
            </a:r>
          </a:p>
        </p:txBody>
      </p:sp>
      <p:sp>
        <p:nvSpPr>
          <p:cNvPr id="17" name="Text Placeholder 3">
            <a:extLst>
              <a:ext uri="{FF2B5EF4-FFF2-40B4-BE49-F238E27FC236}">
                <a16:creationId xmlns:a16="http://schemas.microsoft.com/office/drawing/2014/main" id="{A7490959-B80D-4273-BE40-C9F4CA8BA87B}"/>
              </a:ext>
            </a:extLst>
          </p:cNvPr>
          <p:cNvSpPr txBox="1">
            <a:spLocks/>
          </p:cNvSpPr>
          <p:nvPr/>
        </p:nvSpPr>
        <p:spPr>
          <a:xfrm>
            <a:off x="661698" y="4515800"/>
            <a:ext cx="10800979" cy="2124033"/>
          </a:xfrm>
          <a:prstGeom prst="rect">
            <a:avLst/>
          </a:prstGeom>
        </p:spPr>
        <p:txBody>
          <a:bodyP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b="1" dirty="0"/>
              <a:t>Recent techniques in detection &amp; recognition have leveraged machine learning techniques in combination with lots of training data.</a:t>
            </a:r>
          </a:p>
          <a:p>
            <a:r>
              <a:rPr lang="en-US" b="1" dirty="0"/>
              <a:t>Popular programming languages including Python, Java, Scala – data processing &amp; web development, </a:t>
            </a:r>
            <a:r>
              <a:rPr lang="en-US" b="1" dirty="0" err="1"/>
              <a:t>Javascript</a:t>
            </a:r>
            <a:r>
              <a:rPr lang="en-US" b="1" dirty="0"/>
              <a:t> </a:t>
            </a:r>
            <a:r>
              <a:rPr lang="en-US" b="1" dirty="0" err="1"/>
              <a:t>etc</a:t>
            </a:r>
            <a:r>
              <a:rPr lang="en-US" b="1" dirty="0"/>
              <a:t> to make such application.</a:t>
            </a:r>
          </a:p>
          <a:p>
            <a:pPr lvl="1"/>
            <a:endParaRPr lang="en-US" b="1" dirty="0"/>
          </a:p>
          <a:p>
            <a:endParaRPr lang="en-IN" b="1" dirty="0"/>
          </a:p>
        </p:txBody>
      </p:sp>
    </p:spTree>
    <p:extLst>
      <p:ext uri="{BB962C8B-B14F-4D97-AF65-F5344CB8AC3E}">
        <p14:creationId xmlns:p14="http://schemas.microsoft.com/office/powerpoint/2010/main" val="140919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7293-AB89-4F65-87DE-808C29D48123}"/>
              </a:ext>
            </a:extLst>
          </p:cNvPr>
          <p:cNvSpPr>
            <a:spLocks noGrp="1"/>
          </p:cNvSpPr>
          <p:nvPr>
            <p:ph type="title"/>
          </p:nvPr>
        </p:nvSpPr>
        <p:spPr>
          <a:xfrm>
            <a:off x="-423051" y="3930358"/>
            <a:ext cx="13038102" cy="744973"/>
          </a:xfrm>
        </p:spPr>
        <p:txBody>
          <a:bodyPr>
            <a:normAutofit fontScale="90000"/>
          </a:bodyPr>
          <a:lstStyle/>
          <a:p>
            <a:pPr algn="ctr"/>
            <a:r>
              <a:rPr lang="en-US" u="sng" dirty="0"/>
              <a:t>PRIME FEATURE OF VIGILANCIA : Detection of cheat entities </a:t>
            </a:r>
            <a:endParaRPr lang="en-IN" u="sng" dirty="0"/>
          </a:p>
        </p:txBody>
      </p:sp>
      <p:sp>
        <p:nvSpPr>
          <p:cNvPr id="17" name="Text Placeholder 3">
            <a:extLst>
              <a:ext uri="{FF2B5EF4-FFF2-40B4-BE49-F238E27FC236}">
                <a16:creationId xmlns:a16="http://schemas.microsoft.com/office/drawing/2014/main" id="{A7490959-B80D-4273-BE40-C9F4CA8BA87B}"/>
              </a:ext>
            </a:extLst>
          </p:cNvPr>
          <p:cNvSpPr txBox="1">
            <a:spLocks/>
          </p:cNvSpPr>
          <p:nvPr/>
        </p:nvSpPr>
        <p:spPr>
          <a:xfrm>
            <a:off x="818108" y="4637416"/>
            <a:ext cx="10800979" cy="2124033"/>
          </a:xfrm>
          <a:prstGeom prst="rect">
            <a:avLst/>
          </a:prstGeom>
        </p:spPr>
        <p:txBody>
          <a:bodyP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b="1" dirty="0"/>
              <a:t>Detection of objects like ear pods, phones, PC/Laptop screens, glasses, books, cheating sheets, </a:t>
            </a:r>
            <a:r>
              <a:rPr lang="en-US" b="1" dirty="0" err="1"/>
              <a:t>etc</a:t>
            </a:r>
            <a:r>
              <a:rPr lang="en-US" b="1" dirty="0"/>
              <a:t> would be programmed into the application and a notification would be sent if the student uses any of these objects.</a:t>
            </a:r>
            <a:endParaRPr lang="en-IN" b="1" dirty="0"/>
          </a:p>
        </p:txBody>
      </p:sp>
      <p:pic>
        <p:nvPicPr>
          <p:cNvPr id="4" name="Picture 3">
            <a:extLst>
              <a:ext uri="{FF2B5EF4-FFF2-40B4-BE49-F238E27FC236}">
                <a16:creationId xmlns:a16="http://schemas.microsoft.com/office/drawing/2014/main" id="{BFD07C9A-BA4E-42E2-9B36-C3FE47DC8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909" y="860036"/>
            <a:ext cx="2595652" cy="2595652"/>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C9DE13A-7FFD-455C-8FC4-1AE0C5C44B0F}"/>
                  </a:ext>
                </a:extLst>
              </p14:cNvPr>
              <p14:cNvContentPartPr/>
              <p14:nvPr/>
            </p14:nvContentPartPr>
            <p14:xfrm>
              <a:off x="9365120" y="2072560"/>
              <a:ext cx="530360" cy="569926"/>
            </p14:xfrm>
          </p:contentPart>
        </mc:Choice>
        <mc:Fallback xmlns="">
          <p:pic>
            <p:nvPicPr>
              <p:cNvPr id="8" name="Ink 7">
                <a:extLst>
                  <a:ext uri="{FF2B5EF4-FFF2-40B4-BE49-F238E27FC236}">
                    <a16:creationId xmlns:a16="http://schemas.microsoft.com/office/drawing/2014/main" id="{8C9DE13A-7FFD-455C-8FC4-1AE0C5C44B0F}"/>
                  </a:ext>
                </a:extLst>
              </p:cNvPr>
              <p:cNvPicPr/>
              <p:nvPr/>
            </p:nvPicPr>
            <p:blipFill>
              <a:blip r:embed="rId4"/>
              <a:stretch>
                <a:fillRect/>
              </a:stretch>
            </p:blipFill>
            <p:spPr>
              <a:xfrm>
                <a:off x="9347117" y="2054559"/>
                <a:ext cx="566005" cy="605569"/>
              </a:xfrm>
              <a:prstGeom prst="rect">
                <a:avLst/>
              </a:prstGeom>
            </p:spPr>
          </p:pic>
        </mc:Fallback>
      </mc:AlternateContent>
      <p:pic>
        <p:nvPicPr>
          <p:cNvPr id="11" name="Picture 10">
            <a:extLst>
              <a:ext uri="{FF2B5EF4-FFF2-40B4-BE49-F238E27FC236}">
                <a16:creationId xmlns:a16="http://schemas.microsoft.com/office/drawing/2014/main" id="{9E97BD8C-ABBD-4488-8BBD-275307624E34}"/>
              </a:ext>
            </a:extLst>
          </p:cNvPr>
          <p:cNvPicPr>
            <a:picLocks noChangeAspect="1"/>
          </p:cNvPicPr>
          <p:nvPr/>
        </p:nvPicPr>
        <p:blipFill rotWithShape="1">
          <a:blip r:embed="rId5">
            <a:extLst>
              <a:ext uri="{28A0092B-C50C-407E-A947-70E740481C1C}">
                <a14:useLocalDpi xmlns:a14="http://schemas.microsoft.com/office/drawing/2010/main" val="0"/>
              </a:ext>
            </a:extLst>
          </a:blip>
          <a:srcRect b="10140"/>
          <a:stretch/>
        </p:blipFill>
        <p:spPr>
          <a:xfrm>
            <a:off x="5106522" y="888943"/>
            <a:ext cx="3890390" cy="2529234"/>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DE8BE0E1-9211-40B6-8C4E-039AB743DFA2}"/>
                  </a:ext>
                </a:extLst>
              </p14:cNvPr>
              <p14:cNvContentPartPr/>
              <p14:nvPr/>
            </p14:nvContentPartPr>
            <p14:xfrm>
              <a:off x="-305040" y="2072560"/>
              <a:ext cx="360" cy="360"/>
            </p14:xfrm>
          </p:contentPart>
        </mc:Choice>
        <mc:Fallback xmlns="">
          <p:pic>
            <p:nvPicPr>
              <p:cNvPr id="12" name="Ink 11">
                <a:extLst>
                  <a:ext uri="{FF2B5EF4-FFF2-40B4-BE49-F238E27FC236}">
                    <a16:creationId xmlns:a16="http://schemas.microsoft.com/office/drawing/2014/main" id="{DE8BE0E1-9211-40B6-8C4E-039AB743DFA2}"/>
                  </a:ext>
                </a:extLst>
              </p:cNvPr>
              <p:cNvPicPr/>
              <p:nvPr/>
            </p:nvPicPr>
            <p:blipFill>
              <a:blip r:embed="rId7"/>
              <a:stretch>
                <a:fillRect/>
              </a:stretch>
            </p:blipFill>
            <p:spPr>
              <a:xfrm>
                <a:off x="-323040" y="20545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6B62F200-6EC2-446E-8466-161752220BED}"/>
                  </a:ext>
                </a:extLst>
              </p14:cNvPr>
              <p14:cNvContentPartPr/>
              <p14:nvPr/>
            </p14:nvContentPartPr>
            <p14:xfrm>
              <a:off x="7263600" y="2072560"/>
              <a:ext cx="653040" cy="560520"/>
            </p14:xfrm>
          </p:contentPart>
        </mc:Choice>
        <mc:Fallback xmlns="">
          <p:pic>
            <p:nvPicPr>
              <p:cNvPr id="16" name="Ink 15">
                <a:extLst>
                  <a:ext uri="{FF2B5EF4-FFF2-40B4-BE49-F238E27FC236}">
                    <a16:creationId xmlns:a16="http://schemas.microsoft.com/office/drawing/2014/main" id="{6B62F200-6EC2-446E-8466-161752220BED}"/>
                  </a:ext>
                </a:extLst>
              </p:cNvPr>
              <p:cNvPicPr/>
              <p:nvPr/>
            </p:nvPicPr>
            <p:blipFill>
              <a:blip r:embed="rId9"/>
              <a:stretch>
                <a:fillRect/>
              </a:stretch>
            </p:blipFill>
            <p:spPr>
              <a:xfrm>
                <a:off x="7245960" y="2054920"/>
                <a:ext cx="688680" cy="596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7D66773F-AE7C-4E74-B0D2-38671427F882}"/>
                  </a:ext>
                </a:extLst>
              </p14:cNvPr>
              <p14:cNvContentPartPr/>
              <p14:nvPr/>
            </p14:nvContentPartPr>
            <p14:xfrm>
              <a:off x="7263600" y="2909904"/>
              <a:ext cx="1559520" cy="529920"/>
            </p14:xfrm>
          </p:contentPart>
        </mc:Choice>
        <mc:Fallback xmlns="">
          <p:pic>
            <p:nvPicPr>
              <p:cNvPr id="18" name="Ink 17">
                <a:extLst>
                  <a:ext uri="{FF2B5EF4-FFF2-40B4-BE49-F238E27FC236}">
                    <a16:creationId xmlns:a16="http://schemas.microsoft.com/office/drawing/2014/main" id="{7D66773F-AE7C-4E74-B0D2-38671427F882}"/>
                  </a:ext>
                </a:extLst>
              </p:cNvPr>
              <p:cNvPicPr/>
              <p:nvPr/>
            </p:nvPicPr>
            <p:blipFill>
              <a:blip r:embed="rId11"/>
              <a:stretch>
                <a:fillRect/>
              </a:stretch>
            </p:blipFill>
            <p:spPr>
              <a:xfrm>
                <a:off x="7245600" y="2892264"/>
                <a:ext cx="159516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E6C97195-91E0-4139-B140-5A02595EAE25}"/>
                  </a:ext>
                </a:extLst>
              </p14:cNvPr>
              <p14:cNvContentPartPr/>
              <p14:nvPr/>
            </p14:nvContentPartPr>
            <p14:xfrm>
              <a:off x="9489480" y="893920"/>
              <a:ext cx="360" cy="360"/>
            </p14:xfrm>
          </p:contentPart>
        </mc:Choice>
        <mc:Fallback xmlns="">
          <p:pic>
            <p:nvPicPr>
              <p:cNvPr id="19" name="Ink 18">
                <a:extLst>
                  <a:ext uri="{FF2B5EF4-FFF2-40B4-BE49-F238E27FC236}">
                    <a16:creationId xmlns:a16="http://schemas.microsoft.com/office/drawing/2014/main" id="{E6C97195-91E0-4139-B140-5A02595EAE25}"/>
                  </a:ext>
                </a:extLst>
              </p:cNvPr>
              <p:cNvPicPr/>
              <p:nvPr/>
            </p:nvPicPr>
            <p:blipFill>
              <a:blip r:embed="rId7"/>
              <a:stretch>
                <a:fillRect/>
              </a:stretch>
            </p:blipFill>
            <p:spPr>
              <a:xfrm>
                <a:off x="9471480" y="875920"/>
                <a:ext cx="36000" cy="36000"/>
              </a:xfrm>
              <a:prstGeom prst="rect">
                <a:avLst/>
              </a:prstGeom>
            </p:spPr>
          </p:pic>
        </mc:Fallback>
      </mc:AlternateContent>
      <p:pic>
        <p:nvPicPr>
          <p:cNvPr id="21" name="Picture 20">
            <a:extLst>
              <a:ext uri="{FF2B5EF4-FFF2-40B4-BE49-F238E27FC236}">
                <a16:creationId xmlns:a16="http://schemas.microsoft.com/office/drawing/2014/main" id="{C157FA5E-72DA-45CD-B199-0F8100B3303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2259" y="1194447"/>
            <a:ext cx="4551105" cy="2261241"/>
          </a:xfrm>
          <a:prstGeom prst="rect">
            <a:avLst/>
          </a:prstGeom>
        </p:spPr>
      </p:pic>
    </p:spTree>
    <p:extLst>
      <p:ext uri="{BB962C8B-B14F-4D97-AF65-F5344CB8AC3E}">
        <p14:creationId xmlns:p14="http://schemas.microsoft.com/office/powerpoint/2010/main" val="3321785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7293-AB89-4F65-87DE-808C29D48123}"/>
              </a:ext>
            </a:extLst>
          </p:cNvPr>
          <p:cNvSpPr>
            <a:spLocks noGrp="1"/>
          </p:cNvSpPr>
          <p:nvPr>
            <p:ph type="title"/>
          </p:nvPr>
        </p:nvSpPr>
        <p:spPr>
          <a:xfrm>
            <a:off x="1271358" y="3977663"/>
            <a:ext cx="9264561" cy="1887950"/>
          </a:xfrm>
        </p:spPr>
        <p:txBody>
          <a:bodyPr>
            <a:normAutofit fontScale="90000"/>
          </a:bodyPr>
          <a:lstStyle/>
          <a:p>
            <a:r>
              <a:rPr lang="en-US" dirty="0"/>
              <a:t>Do these images contain faces??</a:t>
            </a:r>
            <a:br>
              <a:rPr lang="en-US" dirty="0"/>
            </a:br>
            <a:br>
              <a:rPr lang="en-US" dirty="0"/>
            </a:br>
            <a:r>
              <a:rPr lang="en-US" dirty="0"/>
              <a:t>VIGILANCIA ACCURATELY DETECTS THE FACES</a:t>
            </a:r>
            <a:endParaRPr lang="en-IN" dirty="0"/>
          </a:p>
        </p:txBody>
      </p:sp>
      <p:pic>
        <p:nvPicPr>
          <p:cNvPr id="4" name="Picture 3">
            <a:extLst>
              <a:ext uri="{FF2B5EF4-FFF2-40B4-BE49-F238E27FC236}">
                <a16:creationId xmlns:a16="http://schemas.microsoft.com/office/drawing/2014/main" id="{DC382672-56FF-4624-8886-69ED7A3D380B}"/>
              </a:ext>
            </a:extLst>
          </p:cNvPr>
          <p:cNvPicPr>
            <a:picLocks noChangeAspect="1" noChangeArrowheads="1"/>
          </p:cNvPicPr>
          <p:nvPr/>
        </p:nvPicPr>
        <p:blipFill>
          <a:blip r:embed="rId2" cstate="print"/>
          <a:srcRect/>
          <a:stretch>
            <a:fillRect/>
          </a:stretch>
        </p:blipFill>
        <p:spPr bwMode="auto">
          <a:xfrm>
            <a:off x="6206673" y="396665"/>
            <a:ext cx="4329247" cy="3246935"/>
          </a:xfrm>
          <a:prstGeom prst="rect">
            <a:avLst/>
          </a:prstGeom>
          <a:noFill/>
          <a:ln w="9525">
            <a:noFill/>
            <a:miter lim="800000"/>
            <a:headEnd/>
            <a:tailEnd/>
          </a:ln>
        </p:spPr>
      </p:pic>
      <p:pic>
        <p:nvPicPr>
          <p:cNvPr id="5" name="Picture 2">
            <a:extLst>
              <a:ext uri="{FF2B5EF4-FFF2-40B4-BE49-F238E27FC236}">
                <a16:creationId xmlns:a16="http://schemas.microsoft.com/office/drawing/2014/main" id="{A84E0A0E-54BF-4D5E-B537-9F05B57939E1}"/>
              </a:ext>
            </a:extLst>
          </p:cNvPr>
          <p:cNvPicPr>
            <a:picLocks noChangeAspect="1" noChangeArrowheads="1"/>
          </p:cNvPicPr>
          <p:nvPr/>
        </p:nvPicPr>
        <p:blipFill>
          <a:blip r:embed="rId3" cstate="print"/>
          <a:srcRect/>
          <a:stretch>
            <a:fillRect/>
          </a:stretch>
        </p:blipFill>
        <p:spPr bwMode="auto">
          <a:xfrm>
            <a:off x="2128658" y="259556"/>
            <a:ext cx="2240142" cy="3384044"/>
          </a:xfrm>
          <a:prstGeom prst="rect">
            <a:avLst/>
          </a:prstGeom>
          <a:noFill/>
          <a:ln w="9525">
            <a:noFill/>
            <a:miter lim="800000"/>
            <a:headEnd/>
            <a:tailEnd/>
          </a:ln>
        </p:spPr>
      </p:pic>
      <p:grpSp>
        <p:nvGrpSpPr>
          <p:cNvPr id="10" name="Group 9">
            <a:extLst>
              <a:ext uri="{FF2B5EF4-FFF2-40B4-BE49-F238E27FC236}">
                <a16:creationId xmlns:a16="http://schemas.microsoft.com/office/drawing/2014/main" id="{A47BC58C-85DA-42F8-BA99-A3A1FBCBB0D4}"/>
              </a:ext>
            </a:extLst>
          </p:cNvPr>
          <p:cNvGrpSpPr/>
          <p:nvPr/>
        </p:nvGrpSpPr>
        <p:grpSpPr>
          <a:xfrm>
            <a:off x="6268560" y="698440"/>
            <a:ext cx="1750680" cy="665280"/>
            <a:chOff x="6268560" y="698440"/>
            <a:chExt cx="1750680" cy="66528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9873F26-4073-4732-827D-C3666967CADD}"/>
                    </a:ext>
                  </a:extLst>
                </p14:cNvPr>
                <p14:cNvContentPartPr/>
                <p14:nvPr/>
              </p14:nvContentPartPr>
              <p14:xfrm>
                <a:off x="7435320" y="812200"/>
                <a:ext cx="583920" cy="529920"/>
              </p14:xfrm>
            </p:contentPart>
          </mc:Choice>
          <mc:Fallback xmlns="">
            <p:pic>
              <p:nvPicPr>
                <p:cNvPr id="6" name="Ink 5">
                  <a:extLst>
                    <a:ext uri="{FF2B5EF4-FFF2-40B4-BE49-F238E27FC236}">
                      <a16:creationId xmlns:a16="http://schemas.microsoft.com/office/drawing/2014/main" id="{69873F26-4073-4732-827D-C3666967CADD}"/>
                    </a:ext>
                  </a:extLst>
                </p:cNvPr>
                <p:cNvPicPr/>
                <p:nvPr/>
              </p:nvPicPr>
              <p:blipFill>
                <a:blip r:embed="rId5"/>
                <a:stretch>
                  <a:fillRect/>
                </a:stretch>
              </p:blipFill>
              <p:spPr>
                <a:xfrm>
                  <a:off x="7417680" y="794200"/>
                  <a:ext cx="61956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E48F372-160F-4D32-956C-23F720A9D1DF}"/>
                    </a:ext>
                  </a:extLst>
                </p14:cNvPr>
                <p14:cNvContentPartPr/>
                <p14:nvPr/>
              </p14:nvContentPartPr>
              <p14:xfrm>
                <a:off x="7059840" y="760360"/>
                <a:ext cx="450360" cy="522720"/>
              </p14:xfrm>
            </p:contentPart>
          </mc:Choice>
          <mc:Fallback xmlns="">
            <p:pic>
              <p:nvPicPr>
                <p:cNvPr id="7" name="Ink 6">
                  <a:extLst>
                    <a:ext uri="{FF2B5EF4-FFF2-40B4-BE49-F238E27FC236}">
                      <a16:creationId xmlns:a16="http://schemas.microsoft.com/office/drawing/2014/main" id="{AE48F372-160F-4D32-956C-23F720A9D1DF}"/>
                    </a:ext>
                  </a:extLst>
                </p:cNvPr>
                <p:cNvPicPr/>
                <p:nvPr/>
              </p:nvPicPr>
              <p:blipFill>
                <a:blip r:embed="rId7"/>
                <a:stretch>
                  <a:fillRect/>
                </a:stretch>
              </p:blipFill>
              <p:spPr>
                <a:xfrm>
                  <a:off x="7041840" y="742360"/>
                  <a:ext cx="486000"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E378D84C-6B3D-4F8D-BE61-D71A281194C5}"/>
                    </a:ext>
                  </a:extLst>
                </p14:cNvPr>
                <p14:cNvContentPartPr/>
                <p14:nvPr/>
              </p14:nvContentPartPr>
              <p14:xfrm>
                <a:off x="6268560" y="698440"/>
                <a:ext cx="755280" cy="665280"/>
              </p14:xfrm>
            </p:contentPart>
          </mc:Choice>
          <mc:Fallback xmlns="">
            <p:pic>
              <p:nvPicPr>
                <p:cNvPr id="8" name="Ink 7">
                  <a:extLst>
                    <a:ext uri="{FF2B5EF4-FFF2-40B4-BE49-F238E27FC236}">
                      <a16:creationId xmlns:a16="http://schemas.microsoft.com/office/drawing/2014/main" id="{E378D84C-6B3D-4F8D-BE61-D71A281194C5}"/>
                    </a:ext>
                  </a:extLst>
                </p:cNvPr>
                <p:cNvPicPr/>
                <p:nvPr/>
              </p:nvPicPr>
              <p:blipFill>
                <a:blip r:embed="rId9"/>
                <a:stretch>
                  <a:fillRect/>
                </a:stretch>
              </p:blipFill>
              <p:spPr>
                <a:xfrm>
                  <a:off x="6250920" y="680440"/>
                  <a:ext cx="790920" cy="700920"/>
                </a:xfrm>
                <a:prstGeom prst="rect">
                  <a:avLst/>
                </a:prstGeom>
              </p:spPr>
            </p:pic>
          </mc:Fallback>
        </mc:AlternateContent>
      </p:grpSp>
      <p:grpSp>
        <p:nvGrpSpPr>
          <p:cNvPr id="17" name="Group 16">
            <a:extLst>
              <a:ext uri="{FF2B5EF4-FFF2-40B4-BE49-F238E27FC236}">
                <a16:creationId xmlns:a16="http://schemas.microsoft.com/office/drawing/2014/main" id="{92703744-434F-435E-AFBB-30F5FB0C8C4A}"/>
              </a:ext>
            </a:extLst>
          </p:cNvPr>
          <p:cNvGrpSpPr/>
          <p:nvPr/>
        </p:nvGrpSpPr>
        <p:grpSpPr>
          <a:xfrm>
            <a:off x="8055600" y="751000"/>
            <a:ext cx="2390760" cy="681480"/>
            <a:chOff x="8055600" y="751000"/>
            <a:chExt cx="2390760" cy="681480"/>
          </a:xfrm>
        </p:grpSpPr>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F196A386-631C-4268-AD98-FB76DC27FF93}"/>
                    </a:ext>
                  </a:extLst>
                </p14:cNvPr>
                <p14:cNvContentPartPr/>
                <p14:nvPr/>
              </p14:nvContentPartPr>
              <p14:xfrm>
                <a:off x="8451600" y="811120"/>
                <a:ext cx="682920" cy="570960"/>
              </p14:xfrm>
            </p:contentPart>
          </mc:Choice>
          <mc:Fallback xmlns="">
            <p:pic>
              <p:nvPicPr>
                <p:cNvPr id="12" name="Ink 11">
                  <a:extLst>
                    <a:ext uri="{FF2B5EF4-FFF2-40B4-BE49-F238E27FC236}">
                      <a16:creationId xmlns:a16="http://schemas.microsoft.com/office/drawing/2014/main" id="{F196A386-631C-4268-AD98-FB76DC27FF93}"/>
                    </a:ext>
                  </a:extLst>
                </p:cNvPr>
                <p:cNvPicPr/>
                <p:nvPr/>
              </p:nvPicPr>
              <p:blipFill>
                <a:blip r:embed="rId11"/>
                <a:stretch>
                  <a:fillRect/>
                </a:stretch>
              </p:blipFill>
              <p:spPr>
                <a:xfrm>
                  <a:off x="8433960" y="793480"/>
                  <a:ext cx="71856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8F5074D3-CFBE-4428-9F5D-A64507B03741}"/>
                    </a:ext>
                  </a:extLst>
                </p14:cNvPr>
                <p14:cNvContentPartPr/>
                <p14:nvPr/>
              </p14:nvContentPartPr>
              <p14:xfrm>
                <a:off x="9082320" y="831280"/>
                <a:ext cx="726120" cy="565560"/>
              </p14:xfrm>
            </p:contentPart>
          </mc:Choice>
          <mc:Fallback xmlns="">
            <p:pic>
              <p:nvPicPr>
                <p:cNvPr id="13" name="Ink 12">
                  <a:extLst>
                    <a:ext uri="{FF2B5EF4-FFF2-40B4-BE49-F238E27FC236}">
                      <a16:creationId xmlns:a16="http://schemas.microsoft.com/office/drawing/2014/main" id="{8F5074D3-CFBE-4428-9F5D-A64507B03741}"/>
                    </a:ext>
                  </a:extLst>
                </p:cNvPr>
                <p:cNvPicPr/>
                <p:nvPr/>
              </p:nvPicPr>
              <p:blipFill>
                <a:blip r:embed="rId13"/>
                <a:stretch>
                  <a:fillRect/>
                </a:stretch>
              </p:blipFill>
              <p:spPr>
                <a:xfrm>
                  <a:off x="9064320" y="813640"/>
                  <a:ext cx="761760" cy="601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263A9A72-4780-4093-8E72-F25C494A9385}"/>
                    </a:ext>
                  </a:extLst>
                </p14:cNvPr>
                <p14:cNvContentPartPr/>
                <p14:nvPr/>
              </p14:nvContentPartPr>
              <p14:xfrm>
                <a:off x="10035960" y="922360"/>
                <a:ext cx="410400" cy="510120"/>
              </p14:xfrm>
            </p:contentPart>
          </mc:Choice>
          <mc:Fallback xmlns="">
            <p:pic>
              <p:nvPicPr>
                <p:cNvPr id="14" name="Ink 13">
                  <a:extLst>
                    <a:ext uri="{FF2B5EF4-FFF2-40B4-BE49-F238E27FC236}">
                      <a16:creationId xmlns:a16="http://schemas.microsoft.com/office/drawing/2014/main" id="{263A9A72-4780-4093-8E72-F25C494A9385}"/>
                    </a:ext>
                  </a:extLst>
                </p:cNvPr>
                <p:cNvPicPr/>
                <p:nvPr/>
              </p:nvPicPr>
              <p:blipFill>
                <a:blip r:embed="rId15"/>
                <a:stretch>
                  <a:fillRect/>
                </a:stretch>
              </p:blipFill>
              <p:spPr>
                <a:xfrm>
                  <a:off x="10018320" y="904720"/>
                  <a:ext cx="446040" cy="545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DED4A6DE-097A-419F-B312-F02375CF2A26}"/>
                    </a:ext>
                  </a:extLst>
                </p14:cNvPr>
                <p14:cNvContentPartPr/>
                <p14:nvPr/>
              </p14:nvContentPartPr>
              <p14:xfrm>
                <a:off x="8055600" y="751000"/>
                <a:ext cx="458280" cy="550440"/>
              </p14:xfrm>
            </p:contentPart>
          </mc:Choice>
          <mc:Fallback xmlns="">
            <p:pic>
              <p:nvPicPr>
                <p:cNvPr id="16" name="Ink 15">
                  <a:extLst>
                    <a:ext uri="{FF2B5EF4-FFF2-40B4-BE49-F238E27FC236}">
                      <a16:creationId xmlns:a16="http://schemas.microsoft.com/office/drawing/2014/main" id="{DED4A6DE-097A-419F-B312-F02375CF2A26}"/>
                    </a:ext>
                  </a:extLst>
                </p:cNvPr>
                <p:cNvPicPr/>
                <p:nvPr/>
              </p:nvPicPr>
              <p:blipFill>
                <a:blip r:embed="rId17"/>
                <a:stretch>
                  <a:fillRect/>
                </a:stretch>
              </p:blipFill>
              <p:spPr>
                <a:xfrm>
                  <a:off x="8037960" y="733000"/>
                  <a:ext cx="493920" cy="58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B0C9C300-E4C2-4A4D-8944-4C4998414D29}"/>
                  </a:ext>
                </a:extLst>
              </p14:cNvPr>
              <p14:cNvContentPartPr/>
              <p14:nvPr/>
            </p14:nvContentPartPr>
            <p14:xfrm>
              <a:off x="9418200" y="5445400"/>
              <a:ext cx="360" cy="360"/>
            </p14:xfrm>
          </p:contentPart>
        </mc:Choice>
        <mc:Fallback xmlns="">
          <p:pic>
            <p:nvPicPr>
              <p:cNvPr id="18" name="Ink 17">
                <a:extLst>
                  <a:ext uri="{FF2B5EF4-FFF2-40B4-BE49-F238E27FC236}">
                    <a16:creationId xmlns:a16="http://schemas.microsoft.com/office/drawing/2014/main" id="{B0C9C300-E4C2-4A4D-8944-4C4998414D29}"/>
                  </a:ext>
                </a:extLst>
              </p:cNvPr>
              <p:cNvPicPr/>
              <p:nvPr/>
            </p:nvPicPr>
            <p:blipFill>
              <a:blip r:embed="rId19"/>
              <a:stretch>
                <a:fillRect/>
              </a:stretch>
            </p:blipFill>
            <p:spPr>
              <a:xfrm>
                <a:off x="9400200" y="54277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01362A94-0B98-4CEB-A2C5-DC187659A979}"/>
                  </a:ext>
                </a:extLst>
              </p14:cNvPr>
              <p14:cNvContentPartPr/>
              <p14:nvPr/>
            </p14:nvContentPartPr>
            <p14:xfrm>
              <a:off x="9794040" y="5445400"/>
              <a:ext cx="360" cy="360"/>
            </p14:xfrm>
          </p:contentPart>
        </mc:Choice>
        <mc:Fallback xmlns="">
          <p:pic>
            <p:nvPicPr>
              <p:cNvPr id="19" name="Ink 18">
                <a:extLst>
                  <a:ext uri="{FF2B5EF4-FFF2-40B4-BE49-F238E27FC236}">
                    <a16:creationId xmlns:a16="http://schemas.microsoft.com/office/drawing/2014/main" id="{01362A94-0B98-4CEB-A2C5-DC187659A979}"/>
                  </a:ext>
                </a:extLst>
              </p:cNvPr>
              <p:cNvPicPr/>
              <p:nvPr/>
            </p:nvPicPr>
            <p:blipFill>
              <a:blip r:embed="rId19"/>
              <a:stretch>
                <a:fillRect/>
              </a:stretch>
            </p:blipFill>
            <p:spPr>
              <a:xfrm>
                <a:off x="9776400" y="5427760"/>
                <a:ext cx="36000" cy="36000"/>
              </a:xfrm>
              <a:prstGeom prst="rect">
                <a:avLst/>
              </a:prstGeom>
            </p:spPr>
          </p:pic>
        </mc:Fallback>
      </mc:AlternateContent>
    </p:spTree>
    <p:extLst>
      <p:ext uri="{BB962C8B-B14F-4D97-AF65-F5344CB8AC3E}">
        <p14:creationId xmlns:p14="http://schemas.microsoft.com/office/powerpoint/2010/main" val="2833873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9ED9-5F85-4FD8-9851-2BA322293AD2}"/>
              </a:ext>
            </a:extLst>
          </p:cNvPr>
          <p:cNvSpPr>
            <a:spLocks noGrp="1"/>
          </p:cNvSpPr>
          <p:nvPr>
            <p:ph type="title"/>
          </p:nvPr>
        </p:nvSpPr>
        <p:spPr>
          <a:xfrm>
            <a:off x="597746" y="5959771"/>
            <a:ext cx="12396894" cy="755989"/>
          </a:xfrm>
        </p:spPr>
        <p:txBody>
          <a:bodyPr>
            <a:normAutofit/>
          </a:bodyPr>
          <a:lstStyle/>
          <a:p>
            <a:r>
              <a:rPr lang="en-US" sz="2800" u="sng" dirty="0" err="1">
                <a:solidFill>
                  <a:schemeClr val="bg1"/>
                </a:solidFill>
              </a:rPr>
              <a:t>Vigilancia</a:t>
            </a:r>
            <a:r>
              <a:rPr lang="en-US" sz="2800" u="sng" dirty="0">
                <a:solidFill>
                  <a:schemeClr val="bg1"/>
                </a:solidFill>
              </a:rPr>
              <a:t> distinguishes students via FACE &amp; SKIN DETECTION</a:t>
            </a:r>
            <a:endParaRPr lang="en-IN" sz="2800" u="sng" dirty="0">
              <a:solidFill>
                <a:schemeClr val="bg1"/>
              </a:solidFill>
            </a:endParaRPr>
          </a:p>
        </p:txBody>
      </p:sp>
      <p:pic>
        <p:nvPicPr>
          <p:cNvPr id="15" name="Picture 2">
            <a:extLst>
              <a:ext uri="{FF2B5EF4-FFF2-40B4-BE49-F238E27FC236}">
                <a16:creationId xmlns:a16="http://schemas.microsoft.com/office/drawing/2014/main" id="{AD69806A-9BB3-47E5-881C-ED760B02D4A4}"/>
              </a:ext>
            </a:extLst>
          </p:cNvPr>
          <p:cNvPicPr>
            <a:picLocks noChangeAspect="1" noChangeArrowheads="1"/>
          </p:cNvPicPr>
          <p:nvPr>
            <p:custDataLst>
              <p:tags r:id="rId1"/>
            </p:custDataLst>
          </p:nvPr>
        </p:nvPicPr>
        <p:blipFill>
          <a:blip r:embed="rId3" cstate="print"/>
          <a:srcRect l="13692" t="36972" r="24269" b="8212"/>
          <a:stretch>
            <a:fillRect/>
          </a:stretch>
        </p:blipFill>
        <p:spPr bwMode="auto">
          <a:xfrm>
            <a:off x="2035355" y="285750"/>
            <a:ext cx="7812087" cy="5403850"/>
          </a:xfrm>
          <a:prstGeom prst="rect">
            <a:avLst/>
          </a:prstGeom>
          <a:noFill/>
          <a:ln w="9525">
            <a:noFill/>
            <a:miter lim="800000"/>
            <a:headEnd/>
            <a:tailEnd/>
          </a:ln>
        </p:spPr>
      </p:pic>
    </p:spTree>
    <p:extLst>
      <p:ext uri="{BB962C8B-B14F-4D97-AF65-F5344CB8AC3E}">
        <p14:creationId xmlns:p14="http://schemas.microsoft.com/office/powerpoint/2010/main" val="3273888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C7AF2-696F-4F9B-ACF1-4FBE16615FB4}"/>
              </a:ext>
            </a:extLst>
          </p:cNvPr>
          <p:cNvSpPr>
            <a:spLocks noGrp="1"/>
          </p:cNvSpPr>
          <p:nvPr>
            <p:ph type="title"/>
          </p:nvPr>
        </p:nvSpPr>
        <p:spPr/>
        <p:txBody>
          <a:bodyPr/>
          <a:lstStyle/>
          <a:p>
            <a:r>
              <a:rPr lang="en-US" dirty="0"/>
              <a:t>ADVANTAGES OF VIGILANCIA</a:t>
            </a:r>
            <a:endParaRPr lang="en-IN" dirty="0"/>
          </a:p>
        </p:txBody>
      </p:sp>
      <p:sp>
        <p:nvSpPr>
          <p:cNvPr id="3" name="Content Placeholder 2">
            <a:extLst>
              <a:ext uri="{FF2B5EF4-FFF2-40B4-BE49-F238E27FC236}">
                <a16:creationId xmlns:a16="http://schemas.microsoft.com/office/drawing/2014/main" id="{2A6C470B-C5C0-4608-AF6B-E1F06CE31248}"/>
              </a:ext>
            </a:extLst>
          </p:cNvPr>
          <p:cNvSpPr>
            <a:spLocks noGrp="1"/>
          </p:cNvSpPr>
          <p:nvPr>
            <p:ph idx="1"/>
          </p:nvPr>
        </p:nvSpPr>
        <p:spPr>
          <a:xfrm>
            <a:off x="341245" y="1853754"/>
            <a:ext cx="11509509" cy="4576454"/>
          </a:xfrm>
        </p:spPr>
        <p:txBody>
          <a:bodyPr>
            <a:normAutofit/>
          </a:bodyPr>
          <a:lstStyle/>
          <a:p>
            <a:r>
              <a:rPr lang="en-US" b="1" dirty="0"/>
              <a:t>VIGILANCIA (the monitoring application) would be helpful in monitoring large number of</a:t>
            </a:r>
            <a:r>
              <a:rPr lang="en-IN" b="1" dirty="0"/>
              <a:t> participants/students during an online exam.</a:t>
            </a:r>
          </a:p>
          <a:p>
            <a:r>
              <a:rPr lang="en-US" b="1" dirty="0"/>
              <a:t>Detection of objects like ear pods, phones, PC/Laptop screens, glasses, books, cheating sheets, </a:t>
            </a:r>
            <a:r>
              <a:rPr lang="en-US" b="1" dirty="0" err="1"/>
              <a:t>etc</a:t>
            </a:r>
            <a:r>
              <a:rPr lang="en-US" b="1" dirty="0"/>
              <a:t> would be programmed into the application and a notification would be sent if the student uses any of these objects.</a:t>
            </a:r>
          </a:p>
          <a:p>
            <a:r>
              <a:rPr lang="en-US" b="1" dirty="0"/>
              <a:t>The notification would also be sent if the student’s screen is frozen for a  longer time or even turned off for more than a minute.</a:t>
            </a:r>
          </a:p>
          <a:p>
            <a:r>
              <a:rPr lang="en-US" b="1" dirty="0" err="1"/>
              <a:t>Vigilancia</a:t>
            </a:r>
            <a:r>
              <a:rPr lang="en-US" b="1" dirty="0"/>
              <a:t> can be made available both in tailor made versions &amp; free of cost open source versions.</a:t>
            </a:r>
          </a:p>
          <a:p>
            <a:r>
              <a:rPr lang="en-US" b="1" dirty="0"/>
              <a:t>Additional features can be incorporated as this will be open source system.</a:t>
            </a:r>
            <a:endParaRPr lang="en-IN" b="1" dirty="0"/>
          </a:p>
          <a:p>
            <a:endParaRPr lang="en-IN" b="1" dirty="0"/>
          </a:p>
          <a:p>
            <a:endParaRPr lang="en-US" b="1" dirty="0"/>
          </a:p>
        </p:txBody>
      </p:sp>
    </p:spTree>
    <p:extLst>
      <p:ext uri="{BB962C8B-B14F-4D97-AF65-F5344CB8AC3E}">
        <p14:creationId xmlns:p14="http://schemas.microsoft.com/office/powerpoint/2010/main" val="1749376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C7AF2-696F-4F9B-ACF1-4FBE16615FB4}"/>
              </a:ext>
            </a:extLst>
          </p:cNvPr>
          <p:cNvSpPr>
            <a:spLocks noGrp="1"/>
          </p:cNvSpPr>
          <p:nvPr>
            <p:ph type="title"/>
          </p:nvPr>
        </p:nvSpPr>
        <p:spPr>
          <a:xfrm>
            <a:off x="1827499" y="804519"/>
            <a:ext cx="9603275" cy="1049235"/>
          </a:xfrm>
        </p:spPr>
        <p:txBody>
          <a:bodyPr/>
          <a:lstStyle/>
          <a:p>
            <a:r>
              <a:rPr lang="en-US" dirty="0"/>
              <a:t>Where can </a:t>
            </a:r>
            <a:r>
              <a:rPr lang="en-US" dirty="0" err="1"/>
              <a:t>vigilancia</a:t>
            </a:r>
            <a:r>
              <a:rPr lang="en-US" dirty="0"/>
              <a:t> be used?</a:t>
            </a:r>
            <a:endParaRPr lang="en-IN" dirty="0"/>
          </a:p>
        </p:txBody>
      </p:sp>
      <p:sp>
        <p:nvSpPr>
          <p:cNvPr id="3" name="Content Placeholder 2">
            <a:extLst>
              <a:ext uri="{FF2B5EF4-FFF2-40B4-BE49-F238E27FC236}">
                <a16:creationId xmlns:a16="http://schemas.microsoft.com/office/drawing/2014/main" id="{2A6C470B-C5C0-4608-AF6B-E1F06CE31248}"/>
              </a:ext>
            </a:extLst>
          </p:cNvPr>
          <p:cNvSpPr>
            <a:spLocks noGrp="1"/>
          </p:cNvSpPr>
          <p:nvPr>
            <p:ph idx="1"/>
          </p:nvPr>
        </p:nvSpPr>
        <p:spPr>
          <a:xfrm>
            <a:off x="341246" y="1853754"/>
            <a:ext cx="10918634" cy="4576454"/>
          </a:xfrm>
        </p:spPr>
        <p:txBody>
          <a:bodyPr>
            <a:normAutofit/>
          </a:bodyPr>
          <a:lstStyle/>
          <a:p>
            <a:r>
              <a:rPr lang="en-US" sz="2400" b="1" dirty="0"/>
              <a:t>Used by any institution or organization who conduct exams in online mode.</a:t>
            </a:r>
          </a:p>
          <a:p>
            <a:r>
              <a:rPr lang="en-US" sz="2400" b="1" dirty="0"/>
              <a:t>Not only limited to schools or colleges, it can be helpful in the state or govt. affiliated exams where the decisions are final and abiding.</a:t>
            </a:r>
          </a:p>
          <a:p>
            <a:r>
              <a:rPr lang="en-US" sz="2400" b="1" dirty="0"/>
              <a:t>Also by the companies or organizations who are in need of new employees and have to shifted to online mode to select the </a:t>
            </a:r>
            <a:r>
              <a:rPr lang="en-US" sz="2400" b="1" dirty="0" err="1"/>
              <a:t>canditates</a:t>
            </a:r>
            <a:r>
              <a:rPr lang="en-US" sz="2400" b="1" dirty="0"/>
              <a:t>.</a:t>
            </a:r>
          </a:p>
        </p:txBody>
      </p:sp>
    </p:spTree>
    <p:extLst>
      <p:ext uri="{BB962C8B-B14F-4D97-AF65-F5344CB8AC3E}">
        <p14:creationId xmlns:p14="http://schemas.microsoft.com/office/powerpoint/2010/main" val="4093406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0E4E-8390-4F2D-B23C-2D899D82C1A8}"/>
              </a:ext>
            </a:extLst>
          </p:cNvPr>
          <p:cNvSpPr>
            <a:spLocks noGrp="1"/>
          </p:cNvSpPr>
          <p:nvPr>
            <p:ph type="title"/>
          </p:nvPr>
        </p:nvSpPr>
        <p:spPr/>
        <p:txBody>
          <a:bodyPr/>
          <a:lstStyle/>
          <a:p>
            <a:r>
              <a:rPr lang="en-US" dirty="0"/>
              <a:t>THANK YOU!</a:t>
            </a:r>
            <a:endParaRPr lang="en-IN" dirty="0"/>
          </a:p>
        </p:txBody>
      </p:sp>
      <p:pic>
        <p:nvPicPr>
          <p:cNvPr id="6" name="Picture Placeholder 5">
            <a:extLst>
              <a:ext uri="{FF2B5EF4-FFF2-40B4-BE49-F238E27FC236}">
                <a16:creationId xmlns:a16="http://schemas.microsoft.com/office/drawing/2014/main" id="{CA042FE3-CD59-497E-8A60-705BAE1E945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3916" r="13916"/>
          <a:stretch>
            <a:fillRect/>
          </a:stretch>
        </p:blipFill>
        <p:spPr/>
      </p:pic>
      <p:sp>
        <p:nvSpPr>
          <p:cNvPr id="4" name="Text Placeholder 3">
            <a:extLst>
              <a:ext uri="{FF2B5EF4-FFF2-40B4-BE49-F238E27FC236}">
                <a16:creationId xmlns:a16="http://schemas.microsoft.com/office/drawing/2014/main" id="{DEC75E50-2D10-40DE-9EE6-6FE30FB92AE9}"/>
              </a:ext>
            </a:extLst>
          </p:cNvPr>
          <p:cNvSpPr>
            <a:spLocks noGrp="1"/>
          </p:cNvSpPr>
          <p:nvPr>
            <p:ph type="body" sz="half" idx="2"/>
          </p:nvPr>
        </p:nvSpPr>
        <p:spPr/>
        <p:txBody>
          <a:bodyPr/>
          <a:lstStyle/>
          <a:p>
            <a:r>
              <a:rPr lang="en-US" dirty="0"/>
              <a:t>Hope you liked the idea of </a:t>
            </a:r>
            <a:r>
              <a:rPr lang="en-US" dirty="0" err="1"/>
              <a:t>Vigilancia</a:t>
            </a:r>
            <a:r>
              <a:rPr lang="en-US" dirty="0"/>
              <a:t> – the student monitoring system.</a:t>
            </a:r>
            <a:endParaRPr lang="en-IN" dirty="0"/>
          </a:p>
        </p:txBody>
      </p:sp>
    </p:spTree>
    <p:extLst>
      <p:ext uri="{BB962C8B-B14F-4D97-AF65-F5344CB8AC3E}">
        <p14:creationId xmlns:p14="http://schemas.microsoft.com/office/powerpoint/2010/main" val="10117603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215</TotalTime>
  <Words>599</Words>
  <Application>Microsoft Office PowerPoint</Application>
  <PresentationFormat>Widescreen</PresentationFormat>
  <Paragraphs>45</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Gill Sans MT</vt:lpstr>
      <vt:lpstr>Gallery</vt:lpstr>
      <vt:lpstr>Vigilancia :  the student monitoring system</vt:lpstr>
      <vt:lpstr>PowerPoint Presentation</vt:lpstr>
      <vt:lpstr>Shift of all educational institutions to the  “online mode”</vt:lpstr>
      <vt:lpstr>PowerPoint Presentation</vt:lpstr>
      <vt:lpstr>Vigilancia</vt:lpstr>
      <vt:lpstr>PRIME THEME OF VIGILANCIA </vt:lpstr>
      <vt:lpstr>Detection of objects: How is it done in vigilancia?</vt:lpstr>
      <vt:lpstr>PRIME FEATURE OF VIGILANCIA : Detection of cheat entities </vt:lpstr>
      <vt:lpstr>Do these images contain faces??  VIGILANCIA ACCURATELY DETECTS THE FACES</vt:lpstr>
      <vt:lpstr>Vigilancia distinguishes students via FACE &amp; SKIN DETECTION</vt:lpstr>
      <vt:lpstr>ADVANTAGES OF VIGILANCIA</vt:lpstr>
      <vt:lpstr>Where can vigilancia be used?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Vigilancia: online exam monitoring system</dc:title>
  <dc:creator>LENOVO</dc:creator>
  <cp:lastModifiedBy>LENOVO</cp:lastModifiedBy>
  <cp:revision>56</cp:revision>
  <dcterms:created xsi:type="dcterms:W3CDTF">2022-01-24T09:39:50Z</dcterms:created>
  <dcterms:modified xsi:type="dcterms:W3CDTF">2022-01-25T09:12:07Z</dcterms:modified>
</cp:coreProperties>
</file>